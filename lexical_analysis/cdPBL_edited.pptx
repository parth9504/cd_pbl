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DM Sans SemiBold" panose="020B0604020202020204" charset="0"/>
      <p:bold r:id="rId14"/>
      <p:italic r:id="rId15"/>
      <p:boldItalic r:id="rId16"/>
    </p:embeddedFont>
    <p:embeddedFont>
      <p:font typeface="Lato" panose="020F0502020204030203" pitchFamily="34" charset="0"/>
      <p:regular r:id="rId17"/>
      <p:bold r:id="rId18"/>
    </p:embeddedFont>
    <p:embeddedFont>
      <p:font typeface="Playfair Display"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SLIDES_API94545311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SLIDES_API94545311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D5A2F41-244A-1D79-FDE6-047A449B15B6}"/>
            </a:ext>
          </a:extLst>
        </p:cNvPr>
        <p:cNvGrpSpPr/>
        <p:nvPr/>
      </p:nvGrpSpPr>
      <p:grpSpPr>
        <a:xfrm>
          <a:off x="0" y="0"/>
          <a:ext cx="0" cy="0"/>
          <a:chOff x="0" y="0"/>
          <a:chExt cx="0" cy="0"/>
        </a:xfrm>
      </p:grpSpPr>
      <p:sp>
        <p:nvSpPr>
          <p:cNvPr id="101" name="Google Shape;101;SLIDES_API945453114_0:notes">
            <a:extLst>
              <a:ext uri="{FF2B5EF4-FFF2-40B4-BE49-F238E27FC236}">
                <a16:creationId xmlns:a16="http://schemas.microsoft.com/office/drawing/2014/main" id="{2DA834DF-48B0-00A0-106C-4CA2F2F19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SLIDES_API945453114_0:notes">
            <a:extLst>
              <a:ext uri="{FF2B5EF4-FFF2-40B4-BE49-F238E27FC236}">
                <a16:creationId xmlns:a16="http://schemas.microsoft.com/office/drawing/2014/main" id="{0BB89CC9-0DD5-97FC-6DD3-00C8F9B981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0266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SLIDES_API150155176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SLIDES_API150155176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SLIDES_API150155176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SLIDES_API150155176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SLIDES_API150155176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SLIDES_API150155176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SLIDES_API150155176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SLIDES_API150155176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SLIDES_API150155176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SLIDES_API150155176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SLIDES_API150155176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SLIDES_API150155176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SLIDES_API150155176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SLIDES_API150155176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SLIDES_API150155176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SLIDES_API150155176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992950" y="992700"/>
            <a:ext cx="3158100" cy="3158100"/>
          </a:xfrm>
          <a:prstGeom prst="rect">
            <a:avLst/>
          </a:prstGeom>
          <a:noFill/>
          <a:ln w="28575"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096250" y="1627200"/>
            <a:ext cx="2951400" cy="1584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1pPr>
            <a:lvl2pPr lvl="1"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2pPr>
            <a:lvl3pPr lvl="2"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3pPr>
            <a:lvl4pPr lvl="3"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4pPr>
            <a:lvl5pPr lvl="4"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5pPr>
            <a:lvl6pPr lvl="5"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6pPr>
            <a:lvl7pPr lvl="6"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7pPr>
            <a:lvl8pPr lvl="7"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8pPr>
            <a:lvl9pPr lvl="8" algn="ctr">
              <a:spcBef>
                <a:spcPts val="0"/>
              </a:spcBef>
              <a:spcAft>
                <a:spcPts val="0"/>
              </a:spcAft>
              <a:buClr>
                <a:schemeClr val="lt1"/>
              </a:buClr>
              <a:buSzPts val="3200"/>
              <a:buFont typeface="Lato" panose="020F0502020204030203"/>
              <a:buNone/>
              <a:defRPr>
                <a:solidFill>
                  <a:schemeClr val="lt1"/>
                </a:solidFill>
                <a:latin typeface="Lato" panose="020F0502020204030203"/>
                <a:ea typeface="Lato" panose="020F0502020204030203"/>
                <a:cs typeface="Lato" panose="020F0502020204030203"/>
                <a:sym typeface="Lato" panose="020F0502020204030203"/>
              </a:defRPr>
            </a:lvl9pPr>
          </a:lstStyle>
          <a:p>
            <a:endParaRPr/>
          </a:p>
        </p:txBody>
      </p:sp>
      <p:sp>
        <p:nvSpPr>
          <p:cNvPr id="13" name="Google Shape;13;p2"/>
          <p:cNvSpPr txBox="1">
            <a:spLocks noGrp="1"/>
          </p:cNvSpPr>
          <p:nvPr>
            <p:ph type="subTitle" idx="1"/>
          </p:nvPr>
        </p:nvSpPr>
        <p:spPr>
          <a:xfrm>
            <a:off x="3096363" y="3266930"/>
            <a:ext cx="2951400" cy="701400"/>
          </a:xfrm>
          <a:prstGeom prst="rect">
            <a:avLst/>
          </a:prstGeom>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9pPr>
          </a:lstStyle>
          <a:p>
            <a:endParaRPr/>
          </a:p>
        </p:txBody>
      </p:sp>
      <p:sp>
        <p:nvSpPr>
          <p:cNvPr id="14" name="Google Shape;14;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09550" y="1423875"/>
            <a:ext cx="8124900" cy="1798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1pPr>
            <a:lvl2pPr lvl="1"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2pPr>
            <a:lvl3pPr lvl="2"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3pPr>
            <a:lvl4pPr lvl="3"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4pPr>
            <a:lvl5pPr lvl="4"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5pPr>
            <a:lvl6pPr lvl="5"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6pPr>
            <a:lvl7pPr lvl="6"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7pPr>
            <a:lvl8pPr lvl="7"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8pPr>
            <a:lvl9pPr lvl="8" algn="ctr">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9pPr>
          </a:lstStyle>
          <a:p>
            <a:endParaRPr/>
          </a:p>
        </p:txBody>
      </p:sp>
      <p:sp>
        <p:nvSpPr>
          <p:cNvPr id="17" name="Google Shape;17;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91378"/>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2pPr>
            <a:lvl3pPr lvl="2">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3pPr>
            <a:lvl4pPr lvl="3">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4pPr>
            <a:lvl5pPr lvl="4">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5pPr>
            <a:lvl6pPr lvl="5">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6pPr>
            <a:lvl7pPr lvl="6">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7pPr>
            <a:lvl8pPr lvl="7">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8pPr>
            <a:lvl9pPr lvl="8">
              <a:spcBef>
                <a:spcPts val="0"/>
              </a:spcBef>
              <a:spcAft>
                <a:spcPts val="0"/>
              </a:spcAft>
              <a:buClr>
                <a:schemeClr val="lt1"/>
              </a:buClr>
              <a:buSzPts val="4800"/>
              <a:buFont typeface="Lato" panose="020F0502020204030203"/>
              <a:buNone/>
              <a:defRPr sz="4800" b="0">
                <a:solidFill>
                  <a:schemeClr val="lt1"/>
                </a:solidFill>
                <a:latin typeface="Lato" panose="020F0502020204030203"/>
                <a:ea typeface="Lato" panose="020F0502020204030203"/>
                <a:cs typeface="Lato" panose="020F0502020204030203"/>
                <a:sym typeface="Lato" panose="020F0502020204030203"/>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1" name="Google Shape;41;p9"/>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1233100"/>
            <a:ext cx="8520600" cy="161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1pPr>
            <a:lvl2pPr lvl="1"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2pPr>
            <a:lvl3pPr lvl="2"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3pPr>
            <a:lvl4pPr lvl="3"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4pPr>
            <a:lvl5pPr lvl="4"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5pPr>
            <a:lvl6pPr lvl="5"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6pPr>
            <a:lvl7pPr lvl="6"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7pPr>
            <a:lvl8pPr lvl="7"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8pPr>
            <a:lvl9pPr lvl="8" algn="ctr">
              <a:spcBef>
                <a:spcPts val="0"/>
              </a:spcBef>
              <a:spcAft>
                <a:spcPts val="0"/>
              </a:spcAft>
              <a:buSzPts val="10000"/>
              <a:buFont typeface="Lato" panose="020F0502020204030203"/>
              <a:buNone/>
              <a:defRPr sz="10000">
                <a:latin typeface="Lato" panose="020F0502020204030203"/>
                <a:ea typeface="Lato" panose="020F0502020204030203"/>
                <a:cs typeface="Lato" panose="020F0502020204030203"/>
                <a:sym typeface="Lato" panose="020F0502020204030203"/>
              </a:defRPr>
            </a:lvl9pPr>
          </a:lstStyle>
          <a:p>
            <a:r>
              <a:t>xx%</a:t>
            </a:r>
          </a:p>
        </p:txBody>
      </p:sp>
      <p:sp>
        <p:nvSpPr>
          <p:cNvPr id="51" name="Google Shape;51;p11"/>
          <p:cNvSpPr txBox="1">
            <a:spLocks noGrp="1"/>
          </p:cNvSpPr>
          <p:nvPr>
            <p:ph type="body" idx="1"/>
          </p:nvPr>
        </p:nvSpPr>
        <p:spPr>
          <a:xfrm>
            <a:off x="311700" y="29194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with 3 key metrics">
  <p:cSld name="CUSTOM_5">
    <p:spTree>
      <p:nvGrpSpPr>
        <p:cNvPr id="1" name="Shape 55"/>
        <p:cNvGrpSpPr/>
        <p:nvPr/>
      </p:nvGrpSpPr>
      <p:grpSpPr>
        <a:xfrm>
          <a:off x="0" y="0"/>
          <a:ext cx="0" cy="0"/>
          <a:chOff x="0" y="0"/>
          <a:chExt cx="0" cy="0"/>
        </a:xfrm>
      </p:grpSpPr>
      <p:sp>
        <p:nvSpPr>
          <p:cNvPr id="56" name="Google Shape;56;p13"/>
          <p:cNvSpPr/>
          <p:nvPr/>
        </p:nvSpPr>
        <p:spPr>
          <a:xfrm rot="10800000">
            <a:off x="3885525" y="588775"/>
            <a:ext cx="46500" cy="1112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3867825" y="455475"/>
            <a:ext cx="81900" cy="81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13"/>
          <p:cNvSpPr/>
          <p:nvPr/>
        </p:nvSpPr>
        <p:spPr>
          <a:xfrm rot="10800000">
            <a:off x="3885525" y="2064575"/>
            <a:ext cx="46500" cy="1112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3867825" y="1931275"/>
            <a:ext cx="81900" cy="81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 name="Google Shape;60;p13"/>
          <p:cNvSpPr/>
          <p:nvPr/>
        </p:nvSpPr>
        <p:spPr>
          <a:xfrm rot="10800000">
            <a:off x="3903225" y="3584325"/>
            <a:ext cx="46500" cy="1112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3885525" y="3451025"/>
            <a:ext cx="81900" cy="81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 name="Google Shape;62;p13"/>
          <p:cNvSpPr/>
          <p:nvPr/>
        </p:nvSpPr>
        <p:spPr>
          <a:xfrm rot="-5696529" flipH="1">
            <a:off x="1134732" y="1974984"/>
            <a:ext cx="1624473" cy="1636067"/>
          </a:xfrm>
          <a:custGeom>
            <a:avLst/>
            <a:gdLst/>
            <a:ahLst/>
            <a:cxnLst/>
            <a:rect l="l" t="t" r="r" b="b"/>
            <a:pathLst>
              <a:path w="75241" h="75778" extrusionOk="0">
                <a:moveTo>
                  <a:pt x="9850" y="0"/>
                </a:moveTo>
                <a:cubicBezTo>
                  <a:pt x="9779" y="0"/>
                  <a:pt x="9707" y="35"/>
                  <a:pt x="9659" y="103"/>
                </a:cubicBezTo>
                <a:cubicBezTo>
                  <a:pt x="9374" y="471"/>
                  <a:pt x="9073" y="873"/>
                  <a:pt x="8788" y="1291"/>
                </a:cubicBezTo>
                <a:cubicBezTo>
                  <a:pt x="8705" y="1408"/>
                  <a:pt x="8738" y="1559"/>
                  <a:pt x="8838" y="1643"/>
                </a:cubicBezTo>
                <a:cubicBezTo>
                  <a:pt x="8887" y="1667"/>
                  <a:pt x="8936" y="1683"/>
                  <a:pt x="8985" y="1683"/>
                </a:cubicBezTo>
                <a:cubicBezTo>
                  <a:pt x="9003" y="1683"/>
                  <a:pt x="9021" y="1681"/>
                  <a:pt x="9039" y="1676"/>
                </a:cubicBezTo>
                <a:cubicBezTo>
                  <a:pt x="9090" y="1660"/>
                  <a:pt x="9140" y="1626"/>
                  <a:pt x="9190" y="1576"/>
                </a:cubicBezTo>
                <a:cubicBezTo>
                  <a:pt x="9474" y="1157"/>
                  <a:pt x="9759" y="772"/>
                  <a:pt x="10044" y="387"/>
                </a:cubicBezTo>
                <a:cubicBezTo>
                  <a:pt x="10127" y="287"/>
                  <a:pt x="10111" y="136"/>
                  <a:pt x="9993" y="53"/>
                </a:cubicBezTo>
                <a:cubicBezTo>
                  <a:pt x="9952" y="18"/>
                  <a:pt x="9901" y="0"/>
                  <a:pt x="9850" y="0"/>
                </a:cubicBezTo>
                <a:close/>
                <a:moveTo>
                  <a:pt x="8174" y="2412"/>
                </a:moveTo>
                <a:cubicBezTo>
                  <a:pt x="8090" y="2412"/>
                  <a:pt x="8006" y="2453"/>
                  <a:pt x="7951" y="2530"/>
                </a:cubicBezTo>
                <a:cubicBezTo>
                  <a:pt x="7700" y="2932"/>
                  <a:pt x="7432" y="3350"/>
                  <a:pt x="7181" y="3785"/>
                </a:cubicBezTo>
                <a:cubicBezTo>
                  <a:pt x="7114" y="3903"/>
                  <a:pt x="7148" y="4053"/>
                  <a:pt x="7265" y="4120"/>
                </a:cubicBezTo>
                <a:cubicBezTo>
                  <a:pt x="7315" y="4154"/>
                  <a:pt x="7382" y="4154"/>
                  <a:pt x="7432" y="4154"/>
                </a:cubicBezTo>
                <a:cubicBezTo>
                  <a:pt x="7499" y="4137"/>
                  <a:pt x="7566" y="4103"/>
                  <a:pt x="7600" y="4036"/>
                </a:cubicBezTo>
                <a:cubicBezTo>
                  <a:pt x="7851" y="3601"/>
                  <a:pt x="8119" y="3183"/>
                  <a:pt x="8370" y="2798"/>
                </a:cubicBezTo>
                <a:cubicBezTo>
                  <a:pt x="8437" y="2681"/>
                  <a:pt x="8403" y="2530"/>
                  <a:pt x="8303" y="2446"/>
                </a:cubicBezTo>
                <a:cubicBezTo>
                  <a:pt x="8263" y="2423"/>
                  <a:pt x="8218" y="2412"/>
                  <a:pt x="8174" y="2412"/>
                </a:cubicBezTo>
                <a:close/>
                <a:moveTo>
                  <a:pt x="6653" y="4944"/>
                </a:moveTo>
                <a:cubicBezTo>
                  <a:pt x="6570" y="4944"/>
                  <a:pt x="6491" y="4993"/>
                  <a:pt x="6445" y="5074"/>
                </a:cubicBezTo>
                <a:cubicBezTo>
                  <a:pt x="6210" y="5493"/>
                  <a:pt x="5976" y="5928"/>
                  <a:pt x="5742" y="6380"/>
                </a:cubicBezTo>
                <a:cubicBezTo>
                  <a:pt x="5675" y="6497"/>
                  <a:pt x="5725" y="6648"/>
                  <a:pt x="5842" y="6698"/>
                </a:cubicBezTo>
                <a:cubicBezTo>
                  <a:pt x="5892" y="6731"/>
                  <a:pt x="5943" y="6731"/>
                  <a:pt x="6010" y="6731"/>
                </a:cubicBezTo>
                <a:cubicBezTo>
                  <a:pt x="6077" y="6715"/>
                  <a:pt x="6144" y="6664"/>
                  <a:pt x="6160" y="6597"/>
                </a:cubicBezTo>
                <a:cubicBezTo>
                  <a:pt x="6395" y="6162"/>
                  <a:pt x="6629" y="5727"/>
                  <a:pt x="6863" y="5309"/>
                </a:cubicBezTo>
                <a:cubicBezTo>
                  <a:pt x="6930" y="5191"/>
                  <a:pt x="6880" y="5041"/>
                  <a:pt x="6763" y="4974"/>
                </a:cubicBezTo>
                <a:cubicBezTo>
                  <a:pt x="6727" y="4953"/>
                  <a:pt x="6690" y="4944"/>
                  <a:pt x="6653" y="4944"/>
                </a:cubicBezTo>
                <a:close/>
                <a:moveTo>
                  <a:pt x="5280" y="7555"/>
                </a:moveTo>
                <a:cubicBezTo>
                  <a:pt x="5192" y="7555"/>
                  <a:pt x="5107" y="7608"/>
                  <a:pt x="5072" y="7702"/>
                </a:cubicBezTo>
                <a:cubicBezTo>
                  <a:pt x="4855" y="8137"/>
                  <a:pt x="4654" y="8589"/>
                  <a:pt x="4436" y="9041"/>
                </a:cubicBezTo>
                <a:cubicBezTo>
                  <a:pt x="4386" y="9158"/>
                  <a:pt x="4436" y="9309"/>
                  <a:pt x="4553" y="9359"/>
                </a:cubicBezTo>
                <a:cubicBezTo>
                  <a:pt x="4589" y="9371"/>
                  <a:pt x="4633" y="9383"/>
                  <a:pt x="4673" y="9383"/>
                </a:cubicBezTo>
                <a:cubicBezTo>
                  <a:pt x="4690" y="9383"/>
                  <a:pt x="4706" y="9381"/>
                  <a:pt x="4721" y="9376"/>
                </a:cubicBezTo>
                <a:cubicBezTo>
                  <a:pt x="4788" y="9359"/>
                  <a:pt x="4855" y="9309"/>
                  <a:pt x="4888" y="9242"/>
                </a:cubicBezTo>
                <a:cubicBezTo>
                  <a:pt x="5089" y="8790"/>
                  <a:pt x="5290" y="8338"/>
                  <a:pt x="5507" y="7903"/>
                </a:cubicBezTo>
                <a:cubicBezTo>
                  <a:pt x="5574" y="7786"/>
                  <a:pt x="5524" y="7635"/>
                  <a:pt x="5390" y="7585"/>
                </a:cubicBezTo>
                <a:cubicBezTo>
                  <a:pt x="5355" y="7565"/>
                  <a:pt x="5317" y="7555"/>
                  <a:pt x="5280" y="7555"/>
                </a:cubicBezTo>
                <a:close/>
                <a:moveTo>
                  <a:pt x="4060" y="10237"/>
                </a:moveTo>
                <a:cubicBezTo>
                  <a:pt x="3968" y="10237"/>
                  <a:pt x="3887" y="10295"/>
                  <a:pt x="3850" y="10380"/>
                </a:cubicBezTo>
                <a:cubicBezTo>
                  <a:pt x="3649" y="10832"/>
                  <a:pt x="3465" y="11301"/>
                  <a:pt x="3281" y="11753"/>
                </a:cubicBezTo>
                <a:cubicBezTo>
                  <a:pt x="3231" y="11887"/>
                  <a:pt x="3298" y="12021"/>
                  <a:pt x="3415" y="12071"/>
                </a:cubicBezTo>
                <a:cubicBezTo>
                  <a:pt x="3451" y="12083"/>
                  <a:pt x="3486" y="12095"/>
                  <a:pt x="3522" y="12095"/>
                </a:cubicBezTo>
                <a:cubicBezTo>
                  <a:pt x="3536" y="12095"/>
                  <a:pt x="3551" y="12093"/>
                  <a:pt x="3566" y="12088"/>
                </a:cubicBezTo>
                <a:cubicBezTo>
                  <a:pt x="3633" y="12071"/>
                  <a:pt x="3700" y="12021"/>
                  <a:pt x="3733" y="11937"/>
                </a:cubicBezTo>
                <a:cubicBezTo>
                  <a:pt x="3917" y="11485"/>
                  <a:pt x="4101" y="11033"/>
                  <a:pt x="4302" y="10581"/>
                </a:cubicBezTo>
                <a:cubicBezTo>
                  <a:pt x="4352" y="10447"/>
                  <a:pt x="4286" y="10313"/>
                  <a:pt x="4168" y="10263"/>
                </a:cubicBezTo>
                <a:cubicBezTo>
                  <a:pt x="4132" y="10245"/>
                  <a:pt x="4095" y="10237"/>
                  <a:pt x="4060" y="10237"/>
                </a:cubicBezTo>
                <a:close/>
                <a:moveTo>
                  <a:pt x="2991" y="12975"/>
                </a:moveTo>
                <a:cubicBezTo>
                  <a:pt x="2890" y="12975"/>
                  <a:pt x="2801" y="13038"/>
                  <a:pt x="2762" y="13142"/>
                </a:cubicBezTo>
                <a:cubicBezTo>
                  <a:pt x="2595" y="13611"/>
                  <a:pt x="2428" y="14063"/>
                  <a:pt x="2277" y="14548"/>
                </a:cubicBezTo>
                <a:cubicBezTo>
                  <a:pt x="2227" y="14665"/>
                  <a:pt x="2294" y="14799"/>
                  <a:pt x="2428" y="14850"/>
                </a:cubicBezTo>
                <a:cubicBezTo>
                  <a:pt x="2453" y="14858"/>
                  <a:pt x="2474" y="14862"/>
                  <a:pt x="2495" y="14862"/>
                </a:cubicBezTo>
                <a:cubicBezTo>
                  <a:pt x="2515" y="14862"/>
                  <a:pt x="2536" y="14858"/>
                  <a:pt x="2561" y="14850"/>
                </a:cubicBezTo>
                <a:cubicBezTo>
                  <a:pt x="2645" y="14833"/>
                  <a:pt x="2712" y="14783"/>
                  <a:pt x="2746" y="14699"/>
                </a:cubicBezTo>
                <a:cubicBezTo>
                  <a:pt x="2896" y="14230"/>
                  <a:pt x="3047" y="13762"/>
                  <a:pt x="3214" y="13310"/>
                </a:cubicBezTo>
                <a:cubicBezTo>
                  <a:pt x="3264" y="13176"/>
                  <a:pt x="3198" y="13042"/>
                  <a:pt x="3080" y="12992"/>
                </a:cubicBezTo>
                <a:cubicBezTo>
                  <a:pt x="3050" y="12980"/>
                  <a:pt x="3020" y="12975"/>
                  <a:pt x="2991" y="12975"/>
                </a:cubicBezTo>
                <a:close/>
                <a:moveTo>
                  <a:pt x="2058" y="15778"/>
                </a:moveTo>
                <a:cubicBezTo>
                  <a:pt x="1949" y="15778"/>
                  <a:pt x="1853" y="15843"/>
                  <a:pt x="1825" y="15954"/>
                </a:cubicBezTo>
                <a:cubicBezTo>
                  <a:pt x="1674" y="16423"/>
                  <a:pt x="1540" y="16908"/>
                  <a:pt x="1423" y="17377"/>
                </a:cubicBezTo>
                <a:cubicBezTo>
                  <a:pt x="1390" y="17511"/>
                  <a:pt x="1457" y="17645"/>
                  <a:pt x="1591" y="17678"/>
                </a:cubicBezTo>
                <a:cubicBezTo>
                  <a:pt x="1607" y="17687"/>
                  <a:pt x="1628" y="17691"/>
                  <a:pt x="1649" y="17691"/>
                </a:cubicBezTo>
                <a:cubicBezTo>
                  <a:pt x="1670" y="17691"/>
                  <a:pt x="1691" y="17687"/>
                  <a:pt x="1708" y="17678"/>
                </a:cubicBezTo>
                <a:cubicBezTo>
                  <a:pt x="1791" y="17662"/>
                  <a:pt x="1858" y="17595"/>
                  <a:pt x="1892" y="17511"/>
                </a:cubicBezTo>
                <a:cubicBezTo>
                  <a:pt x="2026" y="17026"/>
                  <a:pt x="2160" y="16557"/>
                  <a:pt x="2294" y="16088"/>
                </a:cubicBezTo>
                <a:cubicBezTo>
                  <a:pt x="2327" y="15971"/>
                  <a:pt x="2260" y="15837"/>
                  <a:pt x="2126" y="15787"/>
                </a:cubicBezTo>
                <a:cubicBezTo>
                  <a:pt x="2103" y="15781"/>
                  <a:pt x="2080" y="15778"/>
                  <a:pt x="2058" y="15778"/>
                </a:cubicBezTo>
                <a:close/>
                <a:moveTo>
                  <a:pt x="1297" y="18625"/>
                </a:moveTo>
                <a:cubicBezTo>
                  <a:pt x="1185" y="18625"/>
                  <a:pt x="1083" y="18703"/>
                  <a:pt x="1055" y="18817"/>
                </a:cubicBezTo>
                <a:cubicBezTo>
                  <a:pt x="938" y="19285"/>
                  <a:pt x="837" y="19771"/>
                  <a:pt x="737" y="20256"/>
                </a:cubicBezTo>
                <a:cubicBezTo>
                  <a:pt x="703" y="20390"/>
                  <a:pt x="804" y="20524"/>
                  <a:pt x="938" y="20541"/>
                </a:cubicBezTo>
                <a:cubicBezTo>
                  <a:pt x="955" y="20549"/>
                  <a:pt x="971" y="20553"/>
                  <a:pt x="988" y="20553"/>
                </a:cubicBezTo>
                <a:cubicBezTo>
                  <a:pt x="1005" y="20553"/>
                  <a:pt x="1022" y="20549"/>
                  <a:pt x="1038" y="20541"/>
                </a:cubicBezTo>
                <a:cubicBezTo>
                  <a:pt x="1122" y="20524"/>
                  <a:pt x="1206" y="20457"/>
                  <a:pt x="1222" y="20357"/>
                </a:cubicBezTo>
                <a:cubicBezTo>
                  <a:pt x="1323" y="19888"/>
                  <a:pt x="1423" y="19402"/>
                  <a:pt x="1524" y="18917"/>
                </a:cubicBezTo>
                <a:cubicBezTo>
                  <a:pt x="1557" y="18800"/>
                  <a:pt x="1473" y="18666"/>
                  <a:pt x="1356" y="18632"/>
                </a:cubicBezTo>
                <a:cubicBezTo>
                  <a:pt x="1336" y="18627"/>
                  <a:pt x="1316" y="18625"/>
                  <a:pt x="1297" y="18625"/>
                </a:cubicBezTo>
                <a:close/>
                <a:moveTo>
                  <a:pt x="720" y="21509"/>
                </a:moveTo>
                <a:cubicBezTo>
                  <a:pt x="598" y="21509"/>
                  <a:pt x="484" y="21590"/>
                  <a:pt x="469" y="21712"/>
                </a:cubicBezTo>
                <a:cubicBezTo>
                  <a:pt x="385" y="22198"/>
                  <a:pt x="319" y="22700"/>
                  <a:pt x="252" y="23185"/>
                </a:cubicBezTo>
                <a:cubicBezTo>
                  <a:pt x="235" y="23319"/>
                  <a:pt x="335" y="23436"/>
                  <a:pt x="469" y="23453"/>
                </a:cubicBezTo>
                <a:lnTo>
                  <a:pt x="553" y="23453"/>
                </a:lnTo>
                <a:cubicBezTo>
                  <a:pt x="653" y="23436"/>
                  <a:pt x="737" y="23353"/>
                  <a:pt x="754" y="23236"/>
                </a:cubicBezTo>
                <a:cubicBezTo>
                  <a:pt x="804" y="22767"/>
                  <a:pt x="871" y="22281"/>
                  <a:pt x="955" y="21796"/>
                </a:cubicBezTo>
                <a:cubicBezTo>
                  <a:pt x="971" y="21662"/>
                  <a:pt x="888" y="21528"/>
                  <a:pt x="754" y="21511"/>
                </a:cubicBezTo>
                <a:cubicBezTo>
                  <a:pt x="742" y="21510"/>
                  <a:pt x="731" y="21509"/>
                  <a:pt x="720" y="21509"/>
                </a:cubicBezTo>
                <a:close/>
                <a:moveTo>
                  <a:pt x="340" y="24439"/>
                </a:moveTo>
                <a:cubicBezTo>
                  <a:pt x="218" y="24439"/>
                  <a:pt x="116" y="24534"/>
                  <a:pt x="101" y="24658"/>
                </a:cubicBezTo>
                <a:cubicBezTo>
                  <a:pt x="67" y="25160"/>
                  <a:pt x="34" y="25646"/>
                  <a:pt x="17" y="26148"/>
                </a:cubicBezTo>
                <a:cubicBezTo>
                  <a:pt x="17" y="26282"/>
                  <a:pt x="118" y="26382"/>
                  <a:pt x="252" y="26399"/>
                </a:cubicBezTo>
                <a:cubicBezTo>
                  <a:pt x="268" y="26399"/>
                  <a:pt x="285" y="26399"/>
                  <a:pt x="319" y="26382"/>
                </a:cubicBezTo>
                <a:cubicBezTo>
                  <a:pt x="419" y="26366"/>
                  <a:pt x="503" y="26265"/>
                  <a:pt x="503" y="26165"/>
                </a:cubicBezTo>
                <a:cubicBezTo>
                  <a:pt x="519" y="25679"/>
                  <a:pt x="553" y="25194"/>
                  <a:pt x="586" y="24692"/>
                </a:cubicBezTo>
                <a:cubicBezTo>
                  <a:pt x="603" y="24558"/>
                  <a:pt x="503" y="24441"/>
                  <a:pt x="369" y="24441"/>
                </a:cubicBezTo>
                <a:cubicBezTo>
                  <a:pt x="359" y="24439"/>
                  <a:pt x="349" y="24439"/>
                  <a:pt x="340" y="24439"/>
                </a:cubicBezTo>
                <a:close/>
                <a:moveTo>
                  <a:pt x="235" y="27370"/>
                </a:moveTo>
                <a:cubicBezTo>
                  <a:pt x="101" y="27370"/>
                  <a:pt x="0" y="27487"/>
                  <a:pt x="0" y="27621"/>
                </a:cubicBezTo>
                <a:cubicBezTo>
                  <a:pt x="0" y="28123"/>
                  <a:pt x="17" y="28625"/>
                  <a:pt x="51" y="29111"/>
                </a:cubicBezTo>
                <a:cubicBezTo>
                  <a:pt x="67" y="29245"/>
                  <a:pt x="185" y="29345"/>
                  <a:pt x="319" y="29345"/>
                </a:cubicBezTo>
                <a:cubicBezTo>
                  <a:pt x="335" y="29345"/>
                  <a:pt x="335" y="29328"/>
                  <a:pt x="352" y="29328"/>
                </a:cubicBezTo>
                <a:cubicBezTo>
                  <a:pt x="469" y="29312"/>
                  <a:pt x="553" y="29194"/>
                  <a:pt x="536" y="29077"/>
                </a:cubicBezTo>
                <a:cubicBezTo>
                  <a:pt x="519" y="28592"/>
                  <a:pt x="486" y="28106"/>
                  <a:pt x="486" y="27621"/>
                </a:cubicBezTo>
                <a:cubicBezTo>
                  <a:pt x="486" y="27487"/>
                  <a:pt x="369" y="27370"/>
                  <a:pt x="235" y="27370"/>
                </a:cubicBezTo>
                <a:close/>
                <a:moveTo>
                  <a:pt x="432" y="30314"/>
                </a:moveTo>
                <a:cubicBezTo>
                  <a:pt x="422" y="30314"/>
                  <a:pt x="412" y="30315"/>
                  <a:pt x="402" y="30316"/>
                </a:cubicBezTo>
                <a:cubicBezTo>
                  <a:pt x="285" y="30333"/>
                  <a:pt x="185" y="30450"/>
                  <a:pt x="201" y="30584"/>
                </a:cubicBezTo>
                <a:cubicBezTo>
                  <a:pt x="252" y="31086"/>
                  <a:pt x="335" y="31571"/>
                  <a:pt x="419" y="32057"/>
                </a:cubicBezTo>
                <a:cubicBezTo>
                  <a:pt x="434" y="32179"/>
                  <a:pt x="548" y="32260"/>
                  <a:pt x="669" y="32260"/>
                </a:cubicBezTo>
                <a:cubicBezTo>
                  <a:pt x="681" y="32260"/>
                  <a:pt x="692" y="32259"/>
                  <a:pt x="703" y="32258"/>
                </a:cubicBezTo>
                <a:cubicBezTo>
                  <a:pt x="837" y="32224"/>
                  <a:pt x="921" y="32107"/>
                  <a:pt x="904" y="31973"/>
                </a:cubicBezTo>
                <a:cubicBezTo>
                  <a:pt x="821" y="31488"/>
                  <a:pt x="737" y="31019"/>
                  <a:pt x="687" y="30534"/>
                </a:cubicBezTo>
                <a:cubicBezTo>
                  <a:pt x="671" y="30409"/>
                  <a:pt x="555" y="30314"/>
                  <a:pt x="432" y="30314"/>
                </a:cubicBezTo>
                <a:close/>
                <a:moveTo>
                  <a:pt x="959" y="33215"/>
                </a:moveTo>
                <a:cubicBezTo>
                  <a:pt x="936" y="33215"/>
                  <a:pt x="912" y="33219"/>
                  <a:pt x="888" y="33228"/>
                </a:cubicBezTo>
                <a:cubicBezTo>
                  <a:pt x="754" y="33245"/>
                  <a:pt x="670" y="33379"/>
                  <a:pt x="703" y="33513"/>
                </a:cubicBezTo>
                <a:cubicBezTo>
                  <a:pt x="821" y="33998"/>
                  <a:pt x="938" y="34484"/>
                  <a:pt x="1072" y="34953"/>
                </a:cubicBezTo>
                <a:cubicBezTo>
                  <a:pt x="1099" y="35063"/>
                  <a:pt x="1196" y="35128"/>
                  <a:pt x="1295" y="35128"/>
                </a:cubicBezTo>
                <a:cubicBezTo>
                  <a:pt x="1316" y="35128"/>
                  <a:pt x="1336" y="35126"/>
                  <a:pt x="1356" y="35120"/>
                </a:cubicBezTo>
                <a:lnTo>
                  <a:pt x="1373" y="35120"/>
                </a:lnTo>
                <a:cubicBezTo>
                  <a:pt x="1507" y="35086"/>
                  <a:pt x="1574" y="34953"/>
                  <a:pt x="1540" y="34819"/>
                </a:cubicBezTo>
                <a:cubicBezTo>
                  <a:pt x="1407" y="34350"/>
                  <a:pt x="1289" y="33881"/>
                  <a:pt x="1189" y="33413"/>
                </a:cubicBezTo>
                <a:cubicBezTo>
                  <a:pt x="1161" y="33303"/>
                  <a:pt x="1066" y="33215"/>
                  <a:pt x="959" y="33215"/>
                </a:cubicBezTo>
                <a:close/>
                <a:moveTo>
                  <a:pt x="18923" y="36390"/>
                </a:moveTo>
                <a:cubicBezTo>
                  <a:pt x="18800" y="36390"/>
                  <a:pt x="18697" y="36501"/>
                  <a:pt x="18697" y="36626"/>
                </a:cubicBezTo>
                <a:cubicBezTo>
                  <a:pt x="18697" y="36760"/>
                  <a:pt x="18798" y="36877"/>
                  <a:pt x="18932" y="36877"/>
                </a:cubicBezTo>
                <a:cubicBezTo>
                  <a:pt x="19384" y="36894"/>
                  <a:pt x="19869" y="36978"/>
                  <a:pt x="20338" y="37078"/>
                </a:cubicBezTo>
                <a:cubicBezTo>
                  <a:pt x="20355" y="37087"/>
                  <a:pt x="20371" y="37091"/>
                  <a:pt x="20388" y="37091"/>
                </a:cubicBezTo>
                <a:cubicBezTo>
                  <a:pt x="20405" y="37091"/>
                  <a:pt x="20422" y="37087"/>
                  <a:pt x="20438" y="37078"/>
                </a:cubicBezTo>
                <a:cubicBezTo>
                  <a:pt x="20539" y="37062"/>
                  <a:pt x="20606" y="36995"/>
                  <a:pt x="20639" y="36894"/>
                </a:cubicBezTo>
                <a:cubicBezTo>
                  <a:pt x="20656" y="36777"/>
                  <a:pt x="20589" y="36643"/>
                  <a:pt x="20455" y="36610"/>
                </a:cubicBezTo>
                <a:cubicBezTo>
                  <a:pt x="19953" y="36492"/>
                  <a:pt x="19451" y="36409"/>
                  <a:pt x="18949" y="36392"/>
                </a:cubicBezTo>
                <a:cubicBezTo>
                  <a:pt x="18940" y="36391"/>
                  <a:pt x="18931" y="36390"/>
                  <a:pt x="18923" y="36390"/>
                </a:cubicBezTo>
                <a:close/>
                <a:moveTo>
                  <a:pt x="17494" y="36469"/>
                </a:moveTo>
                <a:cubicBezTo>
                  <a:pt x="17477" y="36469"/>
                  <a:pt x="17460" y="36471"/>
                  <a:pt x="17442" y="36476"/>
                </a:cubicBezTo>
                <a:cubicBezTo>
                  <a:pt x="16940" y="36543"/>
                  <a:pt x="16438" y="36677"/>
                  <a:pt x="15969" y="36877"/>
                </a:cubicBezTo>
                <a:cubicBezTo>
                  <a:pt x="15835" y="36928"/>
                  <a:pt x="15785" y="37062"/>
                  <a:pt x="15835" y="37196"/>
                </a:cubicBezTo>
                <a:cubicBezTo>
                  <a:pt x="15865" y="37286"/>
                  <a:pt x="15963" y="37349"/>
                  <a:pt x="16067" y="37349"/>
                </a:cubicBezTo>
                <a:cubicBezTo>
                  <a:pt x="16079" y="37349"/>
                  <a:pt x="16091" y="37348"/>
                  <a:pt x="16103" y="37346"/>
                </a:cubicBezTo>
                <a:cubicBezTo>
                  <a:pt x="16120" y="37329"/>
                  <a:pt x="16136" y="37329"/>
                  <a:pt x="16153" y="37329"/>
                </a:cubicBezTo>
                <a:cubicBezTo>
                  <a:pt x="16588" y="37145"/>
                  <a:pt x="17040" y="37028"/>
                  <a:pt x="17509" y="36961"/>
                </a:cubicBezTo>
                <a:cubicBezTo>
                  <a:pt x="17660" y="36944"/>
                  <a:pt x="17743" y="36811"/>
                  <a:pt x="17710" y="36677"/>
                </a:cubicBezTo>
                <a:cubicBezTo>
                  <a:pt x="17695" y="36560"/>
                  <a:pt x="17605" y="36469"/>
                  <a:pt x="17494" y="36469"/>
                </a:cubicBezTo>
                <a:close/>
                <a:moveTo>
                  <a:pt x="1726" y="36049"/>
                </a:moveTo>
                <a:cubicBezTo>
                  <a:pt x="1704" y="36049"/>
                  <a:pt x="1681" y="36052"/>
                  <a:pt x="1658" y="36057"/>
                </a:cubicBezTo>
                <a:cubicBezTo>
                  <a:pt x="1524" y="36108"/>
                  <a:pt x="1457" y="36241"/>
                  <a:pt x="1507" y="36375"/>
                </a:cubicBezTo>
                <a:cubicBezTo>
                  <a:pt x="1658" y="36844"/>
                  <a:pt x="1825" y="37313"/>
                  <a:pt x="2009" y="37765"/>
                </a:cubicBezTo>
                <a:cubicBezTo>
                  <a:pt x="2051" y="37861"/>
                  <a:pt x="2138" y="37924"/>
                  <a:pt x="2233" y="37924"/>
                </a:cubicBezTo>
                <a:cubicBezTo>
                  <a:pt x="2253" y="37924"/>
                  <a:pt x="2273" y="37921"/>
                  <a:pt x="2294" y="37915"/>
                </a:cubicBezTo>
                <a:lnTo>
                  <a:pt x="2327" y="37915"/>
                </a:lnTo>
                <a:cubicBezTo>
                  <a:pt x="2444" y="37865"/>
                  <a:pt x="2511" y="37714"/>
                  <a:pt x="2461" y="37597"/>
                </a:cubicBezTo>
                <a:cubicBezTo>
                  <a:pt x="2294" y="37145"/>
                  <a:pt x="2126" y="36677"/>
                  <a:pt x="1976" y="36225"/>
                </a:cubicBezTo>
                <a:cubicBezTo>
                  <a:pt x="1934" y="36114"/>
                  <a:pt x="1835" y="36049"/>
                  <a:pt x="1726" y="36049"/>
                </a:cubicBezTo>
                <a:close/>
                <a:moveTo>
                  <a:pt x="21793" y="37059"/>
                </a:moveTo>
                <a:cubicBezTo>
                  <a:pt x="21697" y="37059"/>
                  <a:pt x="21610" y="37113"/>
                  <a:pt x="21560" y="37212"/>
                </a:cubicBezTo>
                <a:cubicBezTo>
                  <a:pt x="21510" y="37329"/>
                  <a:pt x="21576" y="37480"/>
                  <a:pt x="21694" y="37530"/>
                </a:cubicBezTo>
                <a:cubicBezTo>
                  <a:pt x="22129" y="37714"/>
                  <a:pt x="22564" y="37932"/>
                  <a:pt x="22966" y="38183"/>
                </a:cubicBezTo>
                <a:cubicBezTo>
                  <a:pt x="23015" y="38208"/>
                  <a:pt x="23055" y="38223"/>
                  <a:pt x="23099" y="38223"/>
                </a:cubicBezTo>
                <a:cubicBezTo>
                  <a:pt x="23115" y="38223"/>
                  <a:pt x="23132" y="38221"/>
                  <a:pt x="23150" y="38217"/>
                </a:cubicBezTo>
                <a:cubicBezTo>
                  <a:pt x="23217" y="38217"/>
                  <a:pt x="23267" y="38166"/>
                  <a:pt x="23317" y="38116"/>
                </a:cubicBezTo>
                <a:cubicBezTo>
                  <a:pt x="23384" y="37999"/>
                  <a:pt x="23351" y="37848"/>
                  <a:pt x="23234" y="37781"/>
                </a:cubicBezTo>
                <a:cubicBezTo>
                  <a:pt x="22798" y="37514"/>
                  <a:pt x="22346" y="37279"/>
                  <a:pt x="21895" y="37078"/>
                </a:cubicBezTo>
                <a:cubicBezTo>
                  <a:pt x="21860" y="37066"/>
                  <a:pt x="21826" y="37059"/>
                  <a:pt x="21793" y="37059"/>
                </a:cubicBezTo>
                <a:close/>
                <a:moveTo>
                  <a:pt x="14750" y="37546"/>
                </a:moveTo>
                <a:cubicBezTo>
                  <a:pt x="14707" y="37546"/>
                  <a:pt x="14666" y="37557"/>
                  <a:pt x="14630" y="37580"/>
                </a:cubicBezTo>
                <a:cubicBezTo>
                  <a:pt x="14212" y="37865"/>
                  <a:pt x="13827" y="38200"/>
                  <a:pt x="13458" y="38551"/>
                </a:cubicBezTo>
                <a:cubicBezTo>
                  <a:pt x="13358" y="38652"/>
                  <a:pt x="13358" y="38802"/>
                  <a:pt x="13458" y="38903"/>
                </a:cubicBezTo>
                <a:cubicBezTo>
                  <a:pt x="13509" y="38954"/>
                  <a:pt x="13570" y="38976"/>
                  <a:pt x="13626" y="38976"/>
                </a:cubicBezTo>
                <a:cubicBezTo>
                  <a:pt x="13643" y="38976"/>
                  <a:pt x="13660" y="38974"/>
                  <a:pt x="13676" y="38970"/>
                </a:cubicBezTo>
                <a:cubicBezTo>
                  <a:pt x="13726" y="38953"/>
                  <a:pt x="13776" y="38936"/>
                  <a:pt x="13810" y="38903"/>
                </a:cubicBezTo>
                <a:cubicBezTo>
                  <a:pt x="14145" y="38551"/>
                  <a:pt x="14513" y="38250"/>
                  <a:pt x="14898" y="37982"/>
                </a:cubicBezTo>
                <a:cubicBezTo>
                  <a:pt x="15015" y="37915"/>
                  <a:pt x="15032" y="37765"/>
                  <a:pt x="14965" y="37647"/>
                </a:cubicBezTo>
                <a:cubicBezTo>
                  <a:pt x="14911" y="37583"/>
                  <a:pt x="14829" y="37546"/>
                  <a:pt x="14750" y="37546"/>
                </a:cubicBezTo>
                <a:close/>
                <a:moveTo>
                  <a:pt x="24300" y="38598"/>
                </a:moveTo>
                <a:cubicBezTo>
                  <a:pt x="24226" y="38598"/>
                  <a:pt x="24152" y="38628"/>
                  <a:pt x="24104" y="38685"/>
                </a:cubicBezTo>
                <a:cubicBezTo>
                  <a:pt x="24020" y="38786"/>
                  <a:pt x="24037" y="38936"/>
                  <a:pt x="24137" y="39037"/>
                </a:cubicBezTo>
                <a:cubicBezTo>
                  <a:pt x="24506" y="39338"/>
                  <a:pt x="24857" y="39673"/>
                  <a:pt x="25175" y="40024"/>
                </a:cubicBezTo>
                <a:cubicBezTo>
                  <a:pt x="25231" y="40080"/>
                  <a:pt x="25298" y="40112"/>
                  <a:pt x="25367" y="40112"/>
                </a:cubicBezTo>
                <a:cubicBezTo>
                  <a:pt x="25381" y="40112"/>
                  <a:pt x="25395" y="40111"/>
                  <a:pt x="25410" y="40108"/>
                </a:cubicBezTo>
                <a:cubicBezTo>
                  <a:pt x="25443" y="40091"/>
                  <a:pt x="25493" y="40075"/>
                  <a:pt x="25527" y="40041"/>
                </a:cubicBezTo>
                <a:cubicBezTo>
                  <a:pt x="25627" y="39957"/>
                  <a:pt x="25627" y="39807"/>
                  <a:pt x="25544" y="39706"/>
                </a:cubicBezTo>
                <a:cubicBezTo>
                  <a:pt x="25209" y="39321"/>
                  <a:pt x="24840" y="38970"/>
                  <a:pt x="24456" y="38652"/>
                </a:cubicBezTo>
                <a:cubicBezTo>
                  <a:pt x="24412" y="38616"/>
                  <a:pt x="24356" y="38598"/>
                  <a:pt x="24300" y="38598"/>
                </a:cubicBezTo>
                <a:close/>
                <a:moveTo>
                  <a:pt x="2813" y="38793"/>
                </a:moveTo>
                <a:cubicBezTo>
                  <a:pt x="2779" y="38793"/>
                  <a:pt x="2744" y="38801"/>
                  <a:pt x="2712" y="38819"/>
                </a:cubicBezTo>
                <a:cubicBezTo>
                  <a:pt x="2578" y="38869"/>
                  <a:pt x="2528" y="39020"/>
                  <a:pt x="2578" y="39137"/>
                </a:cubicBezTo>
                <a:cubicBezTo>
                  <a:pt x="2796" y="39589"/>
                  <a:pt x="2997" y="40041"/>
                  <a:pt x="3231" y="40476"/>
                </a:cubicBezTo>
                <a:cubicBezTo>
                  <a:pt x="3275" y="40564"/>
                  <a:pt x="3357" y="40613"/>
                  <a:pt x="3455" y="40613"/>
                </a:cubicBezTo>
                <a:cubicBezTo>
                  <a:pt x="3469" y="40613"/>
                  <a:pt x="3484" y="40612"/>
                  <a:pt x="3499" y="40610"/>
                </a:cubicBezTo>
                <a:cubicBezTo>
                  <a:pt x="3516" y="40593"/>
                  <a:pt x="3532" y="40593"/>
                  <a:pt x="3549" y="40577"/>
                </a:cubicBezTo>
                <a:cubicBezTo>
                  <a:pt x="3666" y="40526"/>
                  <a:pt x="3716" y="40376"/>
                  <a:pt x="3666" y="40259"/>
                </a:cubicBezTo>
                <a:cubicBezTo>
                  <a:pt x="3449" y="39823"/>
                  <a:pt x="3231" y="39388"/>
                  <a:pt x="3030" y="38936"/>
                </a:cubicBezTo>
                <a:cubicBezTo>
                  <a:pt x="2994" y="38851"/>
                  <a:pt x="2904" y="38793"/>
                  <a:pt x="2813" y="38793"/>
                </a:cubicBezTo>
                <a:close/>
                <a:moveTo>
                  <a:pt x="12689" y="39609"/>
                </a:moveTo>
                <a:cubicBezTo>
                  <a:pt x="12615" y="39609"/>
                  <a:pt x="12539" y="39645"/>
                  <a:pt x="12487" y="39706"/>
                </a:cubicBezTo>
                <a:cubicBezTo>
                  <a:pt x="12203" y="40108"/>
                  <a:pt x="11935" y="40543"/>
                  <a:pt x="11701" y="40995"/>
                </a:cubicBezTo>
                <a:cubicBezTo>
                  <a:pt x="11634" y="41112"/>
                  <a:pt x="11684" y="41263"/>
                  <a:pt x="11801" y="41330"/>
                </a:cubicBezTo>
                <a:cubicBezTo>
                  <a:pt x="11837" y="41342"/>
                  <a:pt x="11881" y="41354"/>
                  <a:pt x="11921" y="41354"/>
                </a:cubicBezTo>
                <a:cubicBezTo>
                  <a:pt x="11938" y="41354"/>
                  <a:pt x="11954" y="41352"/>
                  <a:pt x="11969" y="41347"/>
                </a:cubicBezTo>
                <a:cubicBezTo>
                  <a:pt x="12035" y="41330"/>
                  <a:pt x="12102" y="41296"/>
                  <a:pt x="12136" y="41230"/>
                </a:cubicBezTo>
                <a:cubicBezTo>
                  <a:pt x="12370" y="40794"/>
                  <a:pt x="12621" y="40376"/>
                  <a:pt x="12889" y="39991"/>
                </a:cubicBezTo>
                <a:cubicBezTo>
                  <a:pt x="12956" y="39890"/>
                  <a:pt x="12939" y="39740"/>
                  <a:pt x="12822" y="39656"/>
                </a:cubicBezTo>
                <a:cubicBezTo>
                  <a:pt x="12783" y="39623"/>
                  <a:pt x="12736" y="39609"/>
                  <a:pt x="12689" y="39609"/>
                </a:cubicBezTo>
                <a:close/>
                <a:moveTo>
                  <a:pt x="26254" y="40781"/>
                </a:moveTo>
                <a:cubicBezTo>
                  <a:pt x="26206" y="40781"/>
                  <a:pt x="26157" y="40796"/>
                  <a:pt x="26113" y="40828"/>
                </a:cubicBezTo>
                <a:cubicBezTo>
                  <a:pt x="26012" y="40895"/>
                  <a:pt x="25979" y="41045"/>
                  <a:pt x="26046" y="41163"/>
                </a:cubicBezTo>
                <a:cubicBezTo>
                  <a:pt x="26313" y="41564"/>
                  <a:pt x="26548" y="41999"/>
                  <a:pt x="26749" y="42418"/>
                </a:cubicBezTo>
                <a:cubicBezTo>
                  <a:pt x="26790" y="42501"/>
                  <a:pt x="26865" y="42561"/>
                  <a:pt x="26956" y="42561"/>
                </a:cubicBezTo>
                <a:cubicBezTo>
                  <a:pt x="26976" y="42561"/>
                  <a:pt x="26996" y="42558"/>
                  <a:pt x="27017" y="42552"/>
                </a:cubicBezTo>
                <a:cubicBezTo>
                  <a:pt x="27033" y="42552"/>
                  <a:pt x="27050" y="42552"/>
                  <a:pt x="27067" y="42535"/>
                </a:cubicBezTo>
                <a:cubicBezTo>
                  <a:pt x="27184" y="42485"/>
                  <a:pt x="27251" y="42334"/>
                  <a:pt x="27184" y="42217"/>
                </a:cubicBezTo>
                <a:cubicBezTo>
                  <a:pt x="26983" y="41765"/>
                  <a:pt x="26749" y="41330"/>
                  <a:pt x="26464" y="40895"/>
                </a:cubicBezTo>
                <a:cubicBezTo>
                  <a:pt x="26412" y="40822"/>
                  <a:pt x="26334" y="40781"/>
                  <a:pt x="26254" y="40781"/>
                </a:cubicBezTo>
                <a:close/>
                <a:moveTo>
                  <a:pt x="4145" y="41413"/>
                </a:moveTo>
                <a:cubicBezTo>
                  <a:pt x="4102" y="41413"/>
                  <a:pt x="4058" y="41424"/>
                  <a:pt x="4018" y="41447"/>
                </a:cubicBezTo>
                <a:cubicBezTo>
                  <a:pt x="3901" y="41514"/>
                  <a:pt x="3867" y="41665"/>
                  <a:pt x="3934" y="41782"/>
                </a:cubicBezTo>
                <a:cubicBezTo>
                  <a:pt x="4185" y="42217"/>
                  <a:pt x="4436" y="42636"/>
                  <a:pt x="4704" y="43054"/>
                </a:cubicBezTo>
                <a:cubicBezTo>
                  <a:pt x="4746" y="43124"/>
                  <a:pt x="4823" y="43159"/>
                  <a:pt x="4905" y="43159"/>
                </a:cubicBezTo>
                <a:cubicBezTo>
                  <a:pt x="4922" y="43159"/>
                  <a:pt x="4938" y="43157"/>
                  <a:pt x="4955" y="43154"/>
                </a:cubicBezTo>
                <a:cubicBezTo>
                  <a:pt x="4989" y="43154"/>
                  <a:pt x="5022" y="43138"/>
                  <a:pt x="5039" y="43121"/>
                </a:cubicBezTo>
                <a:cubicBezTo>
                  <a:pt x="5156" y="43054"/>
                  <a:pt x="5189" y="42903"/>
                  <a:pt x="5122" y="42786"/>
                </a:cubicBezTo>
                <a:cubicBezTo>
                  <a:pt x="4855" y="42384"/>
                  <a:pt x="4604" y="41966"/>
                  <a:pt x="4352" y="41531"/>
                </a:cubicBezTo>
                <a:cubicBezTo>
                  <a:pt x="4309" y="41454"/>
                  <a:pt x="4228" y="41413"/>
                  <a:pt x="4145" y="41413"/>
                </a:cubicBezTo>
                <a:close/>
                <a:moveTo>
                  <a:pt x="11298" y="42200"/>
                </a:moveTo>
                <a:cubicBezTo>
                  <a:pt x="11202" y="42200"/>
                  <a:pt x="11103" y="42261"/>
                  <a:pt x="11065" y="42351"/>
                </a:cubicBezTo>
                <a:cubicBezTo>
                  <a:pt x="10947" y="42652"/>
                  <a:pt x="10830" y="42970"/>
                  <a:pt x="10730" y="43288"/>
                </a:cubicBezTo>
                <a:cubicBezTo>
                  <a:pt x="10680" y="43456"/>
                  <a:pt x="10629" y="43606"/>
                  <a:pt x="10579" y="43757"/>
                </a:cubicBezTo>
                <a:cubicBezTo>
                  <a:pt x="10529" y="43891"/>
                  <a:pt x="10613" y="44025"/>
                  <a:pt x="10730" y="44075"/>
                </a:cubicBezTo>
                <a:cubicBezTo>
                  <a:pt x="10763" y="44075"/>
                  <a:pt x="10789" y="44082"/>
                  <a:pt x="10818" y="44082"/>
                </a:cubicBezTo>
                <a:cubicBezTo>
                  <a:pt x="10832" y="44082"/>
                  <a:pt x="10847" y="44081"/>
                  <a:pt x="10864" y="44075"/>
                </a:cubicBezTo>
                <a:cubicBezTo>
                  <a:pt x="10947" y="44058"/>
                  <a:pt x="11014" y="43991"/>
                  <a:pt x="11048" y="43908"/>
                </a:cubicBezTo>
                <a:cubicBezTo>
                  <a:pt x="11098" y="43757"/>
                  <a:pt x="11148" y="43606"/>
                  <a:pt x="11199" y="43439"/>
                </a:cubicBezTo>
                <a:cubicBezTo>
                  <a:pt x="11299" y="43121"/>
                  <a:pt x="11399" y="42820"/>
                  <a:pt x="11517" y="42535"/>
                </a:cubicBezTo>
                <a:cubicBezTo>
                  <a:pt x="11567" y="42401"/>
                  <a:pt x="11517" y="42267"/>
                  <a:pt x="11383" y="42217"/>
                </a:cubicBezTo>
                <a:cubicBezTo>
                  <a:pt x="11356" y="42206"/>
                  <a:pt x="11327" y="42200"/>
                  <a:pt x="11298" y="42200"/>
                </a:cubicBezTo>
                <a:close/>
                <a:moveTo>
                  <a:pt x="27430" y="43470"/>
                </a:moveTo>
                <a:cubicBezTo>
                  <a:pt x="27415" y="43470"/>
                  <a:pt x="27400" y="43471"/>
                  <a:pt x="27385" y="43472"/>
                </a:cubicBezTo>
                <a:cubicBezTo>
                  <a:pt x="27251" y="43489"/>
                  <a:pt x="27184" y="43623"/>
                  <a:pt x="27217" y="43757"/>
                </a:cubicBezTo>
                <a:lnTo>
                  <a:pt x="27251" y="43958"/>
                </a:lnTo>
                <a:cubicBezTo>
                  <a:pt x="27335" y="44360"/>
                  <a:pt x="27385" y="44761"/>
                  <a:pt x="27401" y="45163"/>
                </a:cubicBezTo>
                <a:cubicBezTo>
                  <a:pt x="27401" y="45288"/>
                  <a:pt x="27504" y="45399"/>
                  <a:pt x="27627" y="45399"/>
                </a:cubicBezTo>
                <a:cubicBezTo>
                  <a:pt x="27635" y="45399"/>
                  <a:pt x="27644" y="45398"/>
                  <a:pt x="27653" y="45397"/>
                </a:cubicBezTo>
                <a:lnTo>
                  <a:pt x="27703" y="45397"/>
                </a:lnTo>
                <a:cubicBezTo>
                  <a:pt x="27820" y="45381"/>
                  <a:pt x="27904" y="45280"/>
                  <a:pt x="27887" y="45146"/>
                </a:cubicBezTo>
                <a:cubicBezTo>
                  <a:pt x="27870" y="44728"/>
                  <a:pt x="27820" y="44293"/>
                  <a:pt x="27736" y="43857"/>
                </a:cubicBezTo>
                <a:lnTo>
                  <a:pt x="27686" y="43640"/>
                </a:lnTo>
                <a:cubicBezTo>
                  <a:pt x="27656" y="43535"/>
                  <a:pt x="27558" y="43470"/>
                  <a:pt x="27430" y="43470"/>
                </a:cubicBezTo>
                <a:close/>
                <a:moveTo>
                  <a:pt x="5737" y="43894"/>
                </a:moveTo>
                <a:cubicBezTo>
                  <a:pt x="5688" y="43894"/>
                  <a:pt x="5637" y="43909"/>
                  <a:pt x="5591" y="43941"/>
                </a:cubicBezTo>
                <a:cubicBezTo>
                  <a:pt x="5491" y="44025"/>
                  <a:pt x="5457" y="44175"/>
                  <a:pt x="5541" y="44276"/>
                </a:cubicBezTo>
                <a:cubicBezTo>
                  <a:pt x="5825" y="44678"/>
                  <a:pt x="6127" y="45079"/>
                  <a:pt x="6445" y="45464"/>
                </a:cubicBezTo>
                <a:cubicBezTo>
                  <a:pt x="6486" y="45520"/>
                  <a:pt x="6562" y="45552"/>
                  <a:pt x="6635" y="45552"/>
                </a:cubicBezTo>
                <a:cubicBezTo>
                  <a:pt x="6650" y="45552"/>
                  <a:pt x="6665" y="45551"/>
                  <a:pt x="6679" y="45548"/>
                </a:cubicBezTo>
                <a:cubicBezTo>
                  <a:pt x="6713" y="45531"/>
                  <a:pt x="6746" y="45515"/>
                  <a:pt x="6780" y="45498"/>
                </a:cubicBezTo>
                <a:cubicBezTo>
                  <a:pt x="6880" y="45414"/>
                  <a:pt x="6897" y="45263"/>
                  <a:pt x="6830" y="45163"/>
                </a:cubicBezTo>
                <a:cubicBezTo>
                  <a:pt x="6529" y="44778"/>
                  <a:pt x="6227" y="44393"/>
                  <a:pt x="5943" y="43991"/>
                </a:cubicBezTo>
                <a:cubicBezTo>
                  <a:pt x="5892" y="43930"/>
                  <a:pt x="5816" y="43894"/>
                  <a:pt x="5737" y="43894"/>
                </a:cubicBezTo>
                <a:close/>
                <a:moveTo>
                  <a:pt x="10461" y="45010"/>
                </a:moveTo>
                <a:cubicBezTo>
                  <a:pt x="10340" y="45010"/>
                  <a:pt x="10225" y="45091"/>
                  <a:pt x="10194" y="45213"/>
                </a:cubicBezTo>
                <a:cubicBezTo>
                  <a:pt x="10094" y="45699"/>
                  <a:pt x="9993" y="46184"/>
                  <a:pt x="9926" y="46670"/>
                </a:cubicBezTo>
                <a:cubicBezTo>
                  <a:pt x="9910" y="46803"/>
                  <a:pt x="9993" y="46921"/>
                  <a:pt x="10127" y="46954"/>
                </a:cubicBezTo>
                <a:lnTo>
                  <a:pt x="10228" y="46954"/>
                </a:lnTo>
                <a:cubicBezTo>
                  <a:pt x="10311" y="46921"/>
                  <a:pt x="10395" y="46837"/>
                  <a:pt x="10412" y="46736"/>
                </a:cubicBezTo>
                <a:cubicBezTo>
                  <a:pt x="10479" y="46268"/>
                  <a:pt x="10563" y="45782"/>
                  <a:pt x="10680" y="45314"/>
                </a:cubicBezTo>
                <a:cubicBezTo>
                  <a:pt x="10713" y="45180"/>
                  <a:pt x="10629" y="45046"/>
                  <a:pt x="10496" y="45012"/>
                </a:cubicBezTo>
                <a:cubicBezTo>
                  <a:pt x="10484" y="45011"/>
                  <a:pt x="10473" y="45010"/>
                  <a:pt x="10461" y="45010"/>
                </a:cubicBezTo>
                <a:close/>
                <a:moveTo>
                  <a:pt x="7576" y="46184"/>
                </a:moveTo>
                <a:cubicBezTo>
                  <a:pt x="7518" y="46184"/>
                  <a:pt x="7462" y="46205"/>
                  <a:pt x="7416" y="46251"/>
                </a:cubicBezTo>
                <a:cubicBezTo>
                  <a:pt x="7315" y="46335"/>
                  <a:pt x="7315" y="46485"/>
                  <a:pt x="7399" y="46586"/>
                </a:cubicBezTo>
                <a:cubicBezTo>
                  <a:pt x="7734" y="46971"/>
                  <a:pt x="8085" y="47322"/>
                  <a:pt x="8420" y="47674"/>
                </a:cubicBezTo>
                <a:cubicBezTo>
                  <a:pt x="8475" y="47715"/>
                  <a:pt x="8541" y="47745"/>
                  <a:pt x="8610" y="47745"/>
                </a:cubicBezTo>
                <a:cubicBezTo>
                  <a:pt x="8625" y="47745"/>
                  <a:pt x="8639" y="47744"/>
                  <a:pt x="8654" y="47741"/>
                </a:cubicBezTo>
                <a:cubicBezTo>
                  <a:pt x="8688" y="47724"/>
                  <a:pt x="8738" y="47707"/>
                  <a:pt x="8771" y="47674"/>
                </a:cubicBezTo>
                <a:cubicBezTo>
                  <a:pt x="8872" y="47573"/>
                  <a:pt x="8872" y="47423"/>
                  <a:pt x="8771" y="47322"/>
                </a:cubicBezTo>
                <a:cubicBezTo>
                  <a:pt x="8437" y="46988"/>
                  <a:pt x="8085" y="46636"/>
                  <a:pt x="7767" y="46268"/>
                </a:cubicBezTo>
                <a:cubicBezTo>
                  <a:pt x="7713" y="46213"/>
                  <a:pt x="7644" y="46184"/>
                  <a:pt x="7576" y="46184"/>
                </a:cubicBezTo>
                <a:close/>
                <a:moveTo>
                  <a:pt x="27551" y="46383"/>
                </a:moveTo>
                <a:cubicBezTo>
                  <a:pt x="27430" y="46383"/>
                  <a:pt x="27316" y="46463"/>
                  <a:pt x="27301" y="46586"/>
                </a:cubicBezTo>
                <a:cubicBezTo>
                  <a:pt x="27217" y="47038"/>
                  <a:pt x="27083" y="47506"/>
                  <a:pt x="26883" y="47942"/>
                </a:cubicBezTo>
                <a:cubicBezTo>
                  <a:pt x="26832" y="48059"/>
                  <a:pt x="26899" y="48209"/>
                  <a:pt x="27017" y="48260"/>
                </a:cubicBezTo>
                <a:cubicBezTo>
                  <a:pt x="27067" y="48276"/>
                  <a:pt x="27117" y="48276"/>
                  <a:pt x="27167" y="48276"/>
                </a:cubicBezTo>
                <a:cubicBezTo>
                  <a:pt x="27234" y="48260"/>
                  <a:pt x="27301" y="48209"/>
                  <a:pt x="27335" y="48126"/>
                </a:cubicBezTo>
                <a:cubicBezTo>
                  <a:pt x="27535" y="47657"/>
                  <a:pt x="27686" y="47172"/>
                  <a:pt x="27786" y="46670"/>
                </a:cubicBezTo>
                <a:cubicBezTo>
                  <a:pt x="27803" y="46536"/>
                  <a:pt x="27720" y="46418"/>
                  <a:pt x="27586" y="46385"/>
                </a:cubicBezTo>
                <a:cubicBezTo>
                  <a:pt x="27574" y="46384"/>
                  <a:pt x="27563" y="46383"/>
                  <a:pt x="27551" y="46383"/>
                </a:cubicBezTo>
                <a:close/>
                <a:moveTo>
                  <a:pt x="10027" y="47925"/>
                </a:moveTo>
                <a:cubicBezTo>
                  <a:pt x="9893" y="47925"/>
                  <a:pt x="9776" y="48025"/>
                  <a:pt x="9776" y="48159"/>
                </a:cubicBezTo>
                <a:cubicBezTo>
                  <a:pt x="9759" y="48193"/>
                  <a:pt x="9759" y="48243"/>
                  <a:pt x="9759" y="48276"/>
                </a:cubicBezTo>
                <a:cubicBezTo>
                  <a:pt x="9733" y="48266"/>
                  <a:pt x="9703" y="48260"/>
                  <a:pt x="9672" y="48260"/>
                </a:cubicBezTo>
                <a:cubicBezTo>
                  <a:pt x="9606" y="48260"/>
                  <a:pt x="9537" y="48286"/>
                  <a:pt x="9491" y="48343"/>
                </a:cubicBezTo>
                <a:cubicBezTo>
                  <a:pt x="9408" y="48444"/>
                  <a:pt x="9408" y="48594"/>
                  <a:pt x="9508" y="48695"/>
                </a:cubicBezTo>
                <a:cubicBezTo>
                  <a:pt x="9592" y="48745"/>
                  <a:pt x="9659" y="48812"/>
                  <a:pt x="9726" y="48879"/>
                </a:cubicBezTo>
                <a:cubicBezTo>
                  <a:pt x="9726" y="49130"/>
                  <a:pt x="9726" y="49398"/>
                  <a:pt x="9726" y="49649"/>
                </a:cubicBezTo>
                <a:cubicBezTo>
                  <a:pt x="9726" y="49783"/>
                  <a:pt x="9843" y="49883"/>
                  <a:pt x="9977" y="49883"/>
                </a:cubicBezTo>
                <a:lnTo>
                  <a:pt x="10027" y="49883"/>
                </a:lnTo>
                <a:cubicBezTo>
                  <a:pt x="10127" y="49850"/>
                  <a:pt x="10211" y="49749"/>
                  <a:pt x="10211" y="49632"/>
                </a:cubicBezTo>
                <a:cubicBezTo>
                  <a:pt x="10211" y="49515"/>
                  <a:pt x="10211" y="49398"/>
                  <a:pt x="10211" y="49281"/>
                </a:cubicBezTo>
                <a:cubicBezTo>
                  <a:pt x="10362" y="49398"/>
                  <a:pt x="10512" y="49515"/>
                  <a:pt x="10663" y="49632"/>
                </a:cubicBezTo>
                <a:cubicBezTo>
                  <a:pt x="10706" y="49668"/>
                  <a:pt x="10762" y="49686"/>
                  <a:pt x="10817" y="49686"/>
                </a:cubicBezTo>
                <a:cubicBezTo>
                  <a:pt x="10889" y="49686"/>
                  <a:pt x="10960" y="49656"/>
                  <a:pt x="10998" y="49599"/>
                </a:cubicBezTo>
                <a:cubicBezTo>
                  <a:pt x="11081" y="49482"/>
                  <a:pt x="11065" y="49331"/>
                  <a:pt x="10964" y="49247"/>
                </a:cubicBezTo>
                <a:cubicBezTo>
                  <a:pt x="10713" y="49063"/>
                  <a:pt x="10479" y="48862"/>
                  <a:pt x="10228" y="48661"/>
                </a:cubicBezTo>
                <a:cubicBezTo>
                  <a:pt x="10228" y="48494"/>
                  <a:pt x="10244" y="48343"/>
                  <a:pt x="10261" y="48193"/>
                </a:cubicBezTo>
                <a:cubicBezTo>
                  <a:pt x="10261" y="48059"/>
                  <a:pt x="10161" y="47942"/>
                  <a:pt x="10027" y="47925"/>
                </a:cubicBezTo>
                <a:close/>
                <a:moveTo>
                  <a:pt x="26416" y="49079"/>
                </a:moveTo>
                <a:cubicBezTo>
                  <a:pt x="26334" y="49079"/>
                  <a:pt x="26256" y="49115"/>
                  <a:pt x="26213" y="49180"/>
                </a:cubicBezTo>
                <a:cubicBezTo>
                  <a:pt x="26113" y="49331"/>
                  <a:pt x="26012" y="49482"/>
                  <a:pt x="25895" y="49616"/>
                </a:cubicBezTo>
                <a:cubicBezTo>
                  <a:pt x="25711" y="49867"/>
                  <a:pt x="25510" y="50084"/>
                  <a:pt x="25309" y="50302"/>
                </a:cubicBezTo>
                <a:cubicBezTo>
                  <a:pt x="25225" y="50402"/>
                  <a:pt x="25225" y="50553"/>
                  <a:pt x="25326" y="50637"/>
                </a:cubicBezTo>
                <a:cubicBezTo>
                  <a:pt x="25364" y="50688"/>
                  <a:pt x="25422" y="50710"/>
                  <a:pt x="25485" y="50710"/>
                </a:cubicBezTo>
                <a:cubicBezTo>
                  <a:pt x="25504" y="50710"/>
                  <a:pt x="25524" y="50707"/>
                  <a:pt x="25544" y="50704"/>
                </a:cubicBezTo>
                <a:cubicBezTo>
                  <a:pt x="25577" y="50704"/>
                  <a:pt x="25627" y="50670"/>
                  <a:pt x="25661" y="50637"/>
                </a:cubicBezTo>
                <a:cubicBezTo>
                  <a:pt x="25878" y="50419"/>
                  <a:pt x="26079" y="50168"/>
                  <a:pt x="26280" y="49917"/>
                </a:cubicBezTo>
                <a:cubicBezTo>
                  <a:pt x="26397" y="49766"/>
                  <a:pt x="26514" y="49616"/>
                  <a:pt x="26615" y="49465"/>
                </a:cubicBezTo>
                <a:cubicBezTo>
                  <a:pt x="26682" y="49348"/>
                  <a:pt x="26665" y="49197"/>
                  <a:pt x="26548" y="49113"/>
                </a:cubicBezTo>
                <a:cubicBezTo>
                  <a:pt x="26506" y="49090"/>
                  <a:pt x="26461" y="49079"/>
                  <a:pt x="26416" y="49079"/>
                </a:cubicBezTo>
                <a:close/>
                <a:moveTo>
                  <a:pt x="12004" y="50062"/>
                </a:moveTo>
                <a:cubicBezTo>
                  <a:pt x="11929" y="50062"/>
                  <a:pt x="11853" y="50096"/>
                  <a:pt x="11801" y="50168"/>
                </a:cubicBezTo>
                <a:cubicBezTo>
                  <a:pt x="11717" y="50285"/>
                  <a:pt x="11751" y="50436"/>
                  <a:pt x="11868" y="50503"/>
                </a:cubicBezTo>
                <a:cubicBezTo>
                  <a:pt x="12287" y="50787"/>
                  <a:pt x="12722" y="51055"/>
                  <a:pt x="13140" y="51289"/>
                </a:cubicBezTo>
                <a:cubicBezTo>
                  <a:pt x="13170" y="51309"/>
                  <a:pt x="13205" y="51317"/>
                  <a:pt x="13239" y="51317"/>
                </a:cubicBezTo>
                <a:cubicBezTo>
                  <a:pt x="13263" y="51317"/>
                  <a:pt x="13287" y="51313"/>
                  <a:pt x="13308" y="51306"/>
                </a:cubicBezTo>
                <a:cubicBezTo>
                  <a:pt x="13375" y="51306"/>
                  <a:pt x="13442" y="51256"/>
                  <a:pt x="13475" y="51189"/>
                </a:cubicBezTo>
                <a:cubicBezTo>
                  <a:pt x="13542" y="51072"/>
                  <a:pt x="13492" y="50921"/>
                  <a:pt x="13375" y="50854"/>
                </a:cubicBezTo>
                <a:cubicBezTo>
                  <a:pt x="12973" y="50637"/>
                  <a:pt x="12554" y="50369"/>
                  <a:pt x="12136" y="50101"/>
                </a:cubicBezTo>
                <a:cubicBezTo>
                  <a:pt x="12097" y="50075"/>
                  <a:pt x="12051" y="50062"/>
                  <a:pt x="12004" y="50062"/>
                </a:cubicBezTo>
                <a:close/>
                <a:moveTo>
                  <a:pt x="24383" y="51192"/>
                </a:moveTo>
                <a:cubicBezTo>
                  <a:pt x="24334" y="51192"/>
                  <a:pt x="24284" y="51207"/>
                  <a:pt x="24238" y="51239"/>
                </a:cubicBezTo>
                <a:cubicBezTo>
                  <a:pt x="23853" y="51524"/>
                  <a:pt x="23434" y="51775"/>
                  <a:pt x="23016" y="51976"/>
                </a:cubicBezTo>
                <a:cubicBezTo>
                  <a:pt x="22899" y="52026"/>
                  <a:pt x="22849" y="52177"/>
                  <a:pt x="22899" y="52294"/>
                </a:cubicBezTo>
                <a:cubicBezTo>
                  <a:pt x="22940" y="52376"/>
                  <a:pt x="23027" y="52436"/>
                  <a:pt x="23112" y="52436"/>
                </a:cubicBezTo>
                <a:cubicBezTo>
                  <a:pt x="23131" y="52436"/>
                  <a:pt x="23149" y="52434"/>
                  <a:pt x="23167" y="52428"/>
                </a:cubicBezTo>
                <a:cubicBezTo>
                  <a:pt x="23183" y="52428"/>
                  <a:pt x="23200" y="52428"/>
                  <a:pt x="23217" y="52411"/>
                </a:cubicBezTo>
                <a:cubicBezTo>
                  <a:pt x="23669" y="52193"/>
                  <a:pt x="24121" y="51942"/>
                  <a:pt x="24522" y="51641"/>
                </a:cubicBezTo>
                <a:cubicBezTo>
                  <a:pt x="24640" y="51557"/>
                  <a:pt x="24656" y="51407"/>
                  <a:pt x="24573" y="51289"/>
                </a:cubicBezTo>
                <a:cubicBezTo>
                  <a:pt x="24532" y="51228"/>
                  <a:pt x="24460" y="51192"/>
                  <a:pt x="24383" y="51192"/>
                </a:cubicBezTo>
                <a:close/>
                <a:moveTo>
                  <a:pt x="14572" y="51497"/>
                </a:moveTo>
                <a:cubicBezTo>
                  <a:pt x="14478" y="51497"/>
                  <a:pt x="14394" y="51556"/>
                  <a:pt x="14345" y="51641"/>
                </a:cubicBezTo>
                <a:cubicBezTo>
                  <a:pt x="14295" y="51758"/>
                  <a:pt x="14345" y="51909"/>
                  <a:pt x="14463" y="51959"/>
                </a:cubicBezTo>
                <a:cubicBezTo>
                  <a:pt x="14931" y="52177"/>
                  <a:pt x="15400" y="52361"/>
                  <a:pt x="15852" y="52511"/>
                </a:cubicBezTo>
                <a:cubicBezTo>
                  <a:pt x="15902" y="52528"/>
                  <a:pt x="15952" y="52528"/>
                  <a:pt x="15986" y="52528"/>
                </a:cubicBezTo>
                <a:cubicBezTo>
                  <a:pt x="16069" y="52511"/>
                  <a:pt x="16136" y="52444"/>
                  <a:pt x="16170" y="52361"/>
                </a:cubicBezTo>
                <a:cubicBezTo>
                  <a:pt x="16220" y="52243"/>
                  <a:pt x="16153" y="52093"/>
                  <a:pt x="16019" y="52059"/>
                </a:cubicBezTo>
                <a:cubicBezTo>
                  <a:pt x="15584" y="51909"/>
                  <a:pt x="15132" y="51725"/>
                  <a:pt x="14680" y="51524"/>
                </a:cubicBezTo>
                <a:cubicBezTo>
                  <a:pt x="14644" y="51505"/>
                  <a:pt x="14607" y="51497"/>
                  <a:pt x="14572" y="51497"/>
                </a:cubicBezTo>
                <a:close/>
                <a:moveTo>
                  <a:pt x="10056" y="50869"/>
                </a:moveTo>
                <a:cubicBezTo>
                  <a:pt x="10046" y="50869"/>
                  <a:pt x="10037" y="50870"/>
                  <a:pt x="10027" y="50871"/>
                </a:cubicBezTo>
                <a:cubicBezTo>
                  <a:pt x="9893" y="50871"/>
                  <a:pt x="9793" y="51005"/>
                  <a:pt x="9809" y="51139"/>
                </a:cubicBezTo>
                <a:cubicBezTo>
                  <a:pt x="9843" y="51624"/>
                  <a:pt x="9910" y="52126"/>
                  <a:pt x="9993" y="52612"/>
                </a:cubicBezTo>
                <a:cubicBezTo>
                  <a:pt x="10009" y="52734"/>
                  <a:pt x="10122" y="52815"/>
                  <a:pt x="10244" y="52815"/>
                </a:cubicBezTo>
                <a:cubicBezTo>
                  <a:pt x="10255" y="52815"/>
                  <a:pt x="10267" y="52814"/>
                  <a:pt x="10278" y="52813"/>
                </a:cubicBezTo>
                <a:cubicBezTo>
                  <a:pt x="10412" y="52779"/>
                  <a:pt x="10496" y="52662"/>
                  <a:pt x="10479" y="52528"/>
                </a:cubicBezTo>
                <a:cubicBezTo>
                  <a:pt x="10395" y="52059"/>
                  <a:pt x="10328" y="51574"/>
                  <a:pt x="10295" y="51089"/>
                </a:cubicBezTo>
                <a:cubicBezTo>
                  <a:pt x="10279" y="50964"/>
                  <a:pt x="10177" y="50869"/>
                  <a:pt x="10056" y="50869"/>
                </a:cubicBezTo>
                <a:close/>
                <a:moveTo>
                  <a:pt x="17349" y="52437"/>
                </a:moveTo>
                <a:cubicBezTo>
                  <a:pt x="17237" y="52437"/>
                  <a:pt x="17138" y="52515"/>
                  <a:pt x="17124" y="52628"/>
                </a:cubicBezTo>
                <a:cubicBezTo>
                  <a:pt x="17091" y="52762"/>
                  <a:pt x="17174" y="52896"/>
                  <a:pt x="17308" y="52913"/>
                </a:cubicBezTo>
                <a:cubicBezTo>
                  <a:pt x="17810" y="53030"/>
                  <a:pt x="18312" y="53114"/>
                  <a:pt x="18798" y="53147"/>
                </a:cubicBezTo>
                <a:lnTo>
                  <a:pt x="18865" y="53147"/>
                </a:lnTo>
                <a:cubicBezTo>
                  <a:pt x="18965" y="53114"/>
                  <a:pt x="19049" y="53030"/>
                  <a:pt x="19049" y="52930"/>
                </a:cubicBezTo>
                <a:cubicBezTo>
                  <a:pt x="19066" y="52796"/>
                  <a:pt x="18965" y="52662"/>
                  <a:pt x="18831" y="52662"/>
                </a:cubicBezTo>
                <a:cubicBezTo>
                  <a:pt x="18363" y="52628"/>
                  <a:pt x="17894" y="52545"/>
                  <a:pt x="17409" y="52444"/>
                </a:cubicBezTo>
                <a:cubicBezTo>
                  <a:pt x="17389" y="52439"/>
                  <a:pt x="17369" y="52437"/>
                  <a:pt x="17349" y="52437"/>
                </a:cubicBezTo>
                <a:close/>
                <a:moveTo>
                  <a:pt x="21737" y="52437"/>
                </a:moveTo>
                <a:cubicBezTo>
                  <a:pt x="21717" y="52437"/>
                  <a:pt x="21697" y="52439"/>
                  <a:pt x="21677" y="52444"/>
                </a:cubicBezTo>
                <a:cubicBezTo>
                  <a:pt x="21225" y="52562"/>
                  <a:pt x="20740" y="52628"/>
                  <a:pt x="20271" y="52662"/>
                </a:cubicBezTo>
                <a:cubicBezTo>
                  <a:pt x="20137" y="52679"/>
                  <a:pt x="20037" y="52796"/>
                  <a:pt x="20037" y="52930"/>
                </a:cubicBezTo>
                <a:cubicBezTo>
                  <a:pt x="20053" y="53064"/>
                  <a:pt x="20170" y="53164"/>
                  <a:pt x="20304" y="53164"/>
                </a:cubicBezTo>
                <a:cubicBezTo>
                  <a:pt x="20706" y="53131"/>
                  <a:pt x="21108" y="53064"/>
                  <a:pt x="21510" y="52980"/>
                </a:cubicBezTo>
                <a:cubicBezTo>
                  <a:pt x="21593" y="52963"/>
                  <a:pt x="21694" y="52946"/>
                  <a:pt x="21794" y="52913"/>
                </a:cubicBezTo>
                <a:cubicBezTo>
                  <a:pt x="21928" y="52880"/>
                  <a:pt x="22012" y="52762"/>
                  <a:pt x="21978" y="52628"/>
                </a:cubicBezTo>
                <a:cubicBezTo>
                  <a:pt x="21950" y="52515"/>
                  <a:pt x="21849" y="52437"/>
                  <a:pt x="21737" y="52437"/>
                </a:cubicBezTo>
                <a:close/>
                <a:moveTo>
                  <a:pt x="10507" y="53764"/>
                </a:moveTo>
                <a:cubicBezTo>
                  <a:pt x="10492" y="53764"/>
                  <a:pt x="10477" y="53765"/>
                  <a:pt x="10462" y="53767"/>
                </a:cubicBezTo>
                <a:cubicBezTo>
                  <a:pt x="10345" y="53800"/>
                  <a:pt x="10261" y="53934"/>
                  <a:pt x="10295" y="54068"/>
                </a:cubicBezTo>
                <a:cubicBezTo>
                  <a:pt x="10412" y="54553"/>
                  <a:pt x="10546" y="55039"/>
                  <a:pt x="10696" y="55507"/>
                </a:cubicBezTo>
                <a:cubicBezTo>
                  <a:pt x="10742" y="55613"/>
                  <a:pt x="10841" y="55677"/>
                  <a:pt x="10945" y="55677"/>
                </a:cubicBezTo>
                <a:cubicBezTo>
                  <a:pt x="10957" y="55677"/>
                  <a:pt x="10969" y="55677"/>
                  <a:pt x="10981" y="55675"/>
                </a:cubicBezTo>
                <a:cubicBezTo>
                  <a:pt x="10998" y="55658"/>
                  <a:pt x="10998" y="55658"/>
                  <a:pt x="11014" y="55658"/>
                </a:cubicBezTo>
                <a:cubicBezTo>
                  <a:pt x="11148" y="55625"/>
                  <a:pt x="11215" y="55474"/>
                  <a:pt x="11165" y="55357"/>
                </a:cubicBezTo>
                <a:cubicBezTo>
                  <a:pt x="11014" y="54905"/>
                  <a:pt x="10881" y="54419"/>
                  <a:pt x="10763" y="53951"/>
                </a:cubicBezTo>
                <a:cubicBezTo>
                  <a:pt x="10733" y="53830"/>
                  <a:pt x="10636" y="53764"/>
                  <a:pt x="10507" y="53764"/>
                </a:cubicBezTo>
                <a:close/>
                <a:moveTo>
                  <a:pt x="11440" y="56562"/>
                </a:moveTo>
                <a:cubicBezTo>
                  <a:pt x="11411" y="56562"/>
                  <a:pt x="11380" y="56567"/>
                  <a:pt x="11349" y="56579"/>
                </a:cubicBezTo>
                <a:cubicBezTo>
                  <a:pt x="11215" y="56629"/>
                  <a:pt x="11165" y="56780"/>
                  <a:pt x="11215" y="56897"/>
                </a:cubicBezTo>
                <a:cubicBezTo>
                  <a:pt x="11399" y="57349"/>
                  <a:pt x="11600" y="57817"/>
                  <a:pt x="11818" y="58269"/>
                </a:cubicBezTo>
                <a:cubicBezTo>
                  <a:pt x="11862" y="58357"/>
                  <a:pt x="11944" y="58406"/>
                  <a:pt x="12042" y="58406"/>
                </a:cubicBezTo>
                <a:cubicBezTo>
                  <a:pt x="12056" y="58406"/>
                  <a:pt x="12071" y="58405"/>
                  <a:pt x="12086" y="58403"/>
                </a:cubicBezTo>
                <a:cubicBezTo>
                  <a:pt x="12102" y="58387"/>
                  <a:pt x="12119" y="58387"/>
                  <a:pt x="12136" y="58370"/>
                </a:cubicBezTo>
                <a:cubicBezTo>
                  <a:pt x="12270" y="58320"/>
                  <a:pt x="12320" y="58169"/>
                  <a:pt x="12253" y="58052"/>
                </a:cubicBezTo>
                <a:cubicBezTo>
                  <a:pt x="12035" y="57617"/>
                  <a:pt x="11835" y="57165"/>
                  <a:pt x="11667" y="56713"/>
                </a:cubicBezTo>
                <a:cubicBezTo>
                  <a:pt x="11629" y="56622"/>
                  <a:pt x="11540" y="56562"/>
                  <a:pt x="11440" y="56562"/>
                </a:cubicBezTo>
                <a:close/>
                <a:moveTo>
                  <a:pt x="12712" y="59218"/>
                </a:moveTo>
                <a:cubicBezTo>
                  <a:pt x="12676" y="59218"/>
                  <a:pt x="12640" y="59225"/>
                  <a:pt x="12605" y="59240"/>
                </a:cubicBezTo>
                <a:cubicBezTo>
                  <a:pt x="12487" y="59307"/>
                  <a:pt x="12437" y="59458"/>
                  <a:pt x="12504" y="59575"/>
                </a:cubicBezTo>
                <a:cubicBezTo>
                  <a:pt x="12739" y="60010"/>
                  <a:pt x="13006" y="60429"/>
                  <a:pt x="13274" y="60847"/>
                </a:cubicBezTo>
                <a:cubicBezTo>
                  <a:pt x="13318" y="60920"/>
                  <a:pt x="13412" y="60967"/>
                  <a:pt x="13491" y="60967"/>
                </a:cubicBezTo>
                <a:cubicBezTo>
                  <a:pt x="13503" y="60967"/>
                  <a:pt x="13514" y="60966"/>
                  <a:pt x="13525" y="60964"/>
                </a:cubicBezTo>
                <a:cubicBezTo>
                  <a:pt x="13559" y="60948"/>
                  <a:pt x="13575" y="60948"/>
                  <a:pt x="13609" y="60931"/>
                </a:cubicBezTo>
                <a:cubicBezTo>
                  <a:pt x="13726" y="60847"/>
                  <a:pt x="13760" y="60696"/>
                  <a:pt x="13676" y="60596"/>
                </a:cubicBezTo>
                <a:cubicBezTo>
                  <a:pt x="13425" y="60178"/>
                  <a:pt x="13157" y="59759"/>
                  <a:pt x="12923" y="59341"/>
                </a:cubicBezTo>
                <a:cubicBezTo>
                  <a:pt x="12876" y="59259"/>
                  <a:pt x="12796" y="59218"/>
                  <a:pt x="12712" y="59218"/>
                </a:cubicBezTo>
                <a:close/>
                <a:moveTo>
                  <a:pt x="74967" y="60443"/>
                </a:moveTo>
                <a:cubicBezTo>
                  <a:pt x="74899" y="60443"/>
                  <a:pt x="74832" y="60469"/>
                  <a:pt x="74788" y="60512"/>
                </a:cubicBezTo>
                <a:cubicBezTo>
                  <a:pt x="74454" y="60881"/>
                  <a:pt x="74119" y="61232"/>
                  <a:pt x="73784" y="61584"/>
                </a:cubicBezTo>
                <a:cubicBezTo>
                  <a:pt x="73700" y="61684"/>
                  <a:pt x="73700" y="61835"/>
                  <a:pt x="73801" y="61935"/>
                </a:cubicBezTo>
                <a:cubicBezTo>
                  <a:pt x="73842" y="61976"/>
                  <a:pt x="73906" y="62006"/>
                  <a:pt x="73974" y="62006"/>
                </a:cubicBezTo>
                <a:cubicBezTo>
                  <a:pt x="73989" y="62006"/>
                  <a:pt x="74004" y="62005"/>
                  <a:pt x="74018" y="62002"/>
                </a:cubicBezTo>
                <a:cubicBezTo>
                  <a:pt x="74069" y="61985"/>
                  <a:pt x="74102" y="61969"/>
                  <a:pt x="74136" y="61935"/>
                </a:cubicBezTo>
                <a:cubicBezTo>
                  <a:pt x="74487" y="61584"/>
                  <a:pt x="74822" y="61215"/>
                  <a:pt x="75157" y="60847"/>
                </a:cubicBezTo>
                <a:cubicBezTo>
                  <a:pt x="75240" y="60747"/>
                  <a:pt x="75240" y="60596"/>
                  <a:pt x="75140" y="60512"/>
                </a:cubicBezTo>
                <a:cubicBezTo>
                  <a:pt x="75092" y="60464"/>
                  <a:pt x="75029" y="60443"/>
                  <a:pt x="74967" y="60443"/>
                </a:cubicBezTo>
                <a:close/>
                <a:moveTo>
                  <a:pt x="14308" y="61687"/>
                </a:moveTo>
                <a:cubicBezTo>
                  <a:pt x="14258" y="61687"/>
                  <a:pt x="14207" y="61702"/>
                  <a:pt x="14161" y="61734"/>
                </a:cubicBezTo>
                <a:cubicBezTo>
                  <a:pt x="14061" y="61818"/>
                  <a:pt x="14027" y="61969"/>
                  <a:pt x="14111" y="62086"/>
                </a:cubicBezTo>
                <a:cubicBezTo>
                  <a:pt x="14396" y="62471"/>
                  <a:pt x="14714" y="62872"/>
                  <a:pt x="15015" y="63257"/>
                </a:cubicBezTo>
                <a:cubicBezTo>
                  <a:pt x="15070" y="63313"/>
                  <a:pt x="15149" y="63345"/>
                  <a:pt x="15222" y="63345"/>
                </a:cubicBezTo>
                <a:cubicBezTo>
                  <a:pt x="15237" y="63345"/>
                  <a:pt x="15252" y="63344"/>
                  <a:pt x="15266" y="63341"/>
                </a:cubicBezTo>
                <a:cubicBezTo>
                  <a:pt x="15300" y="63324"/>
                  <a:pt x="15333" y="63308"/>
                  <a:pt x="15366" y="63291"/>
                </a:cubicBezTo>
                <a:cubicBezTo>
                  <a:pt x="15467" y="63207"/>
                  <a:pt x="15484" y="63057"/>
                  <a:pt x="15400" y="62939"/>
                </a:cubicBezTo>
                <a:cubicBezTo>
                  <a:pt x="15099" y="62571"/>
                  <a:pt x="14797" y="62186"/>
                  <a:pt x="14513" y="61784"/>
                </a:cubicBezTo>
                <a:cubicBezTo>
                  <a:pt x="14462" y="61723"/>
                  <a:pt x="14386" y="61687"/>
                  <a:pt x="14308" y="61687"/>
                </a:cubicBezTo>
                <a:close/>
                <a:moveTo>
                  <a:pt x="72924" y="62563"/>
                </a:moveTo>
                <a:cubicBezTo>
                  <a:pt x="72863" y="62563"/>
                  <a:pt x="72805" y="62588"/>
                  <a:pt x="72763" y="62638"/>
                </a:cubicBezTo>
                <a:cubicBezTo>
                  <a:pt x="72411" y="62973"/>
                  <a:pt x="72060" y="63308"/>
                  <a:pt x="71692" y="63642"/>
                </a:cubicBezTo>
                <a:cubicBezTo>
                  <a:pt x="71591" y="63726"/>
                  <a:pt x="71591" y="63894"/>
                  <a:pt x="71692" y="63994"/>
                </a:cubicBezTo>
                <a:cubicBezTo>
                  <a:pt x="71730" y="64045"/>
                  <a:pt x="71788" y="64067"/>
                  <a:pt x="71850" y="64067"/>
                </a:cubicBezTo>
                <a:cubicBezTo>
                  <a:pt x="71870" y="64067"/>
                  <a:pt x="71890" y="64065"/>
                  <a:pt x="71909" y="64061"/>
                </a:cubicBezTo>
                <a:cubicBezTo>
                  <a:pt x="71960" y="64061"/>
                  <a:pt x="71993" y="64027"/>
                  <a:pt x="72026" y="63994"/>
                </a:cubicBezTo>
                <a:cubicBezTo>
                  <a:pt x="72395" y="63676"/>
                  <a:pt x="72746" y="63324"/>
                  <a:pt x="73098" y="62973"/>
                </a:cubicBezTo>
                <a:cubicBezTo>
                  <a:pt x="73198" y="62889"/>
                  <a:pt x="73198" y="62739"/>
                  <a:pt x="73098" y="62638"/>
                </a:cubicBezTo>
                <a:cubicBezTo>
                  <a:pt x="73048" y="62588"/>
                  <a:pt x="72985" y="62563"/>
                  <a:pt x="72924" y="62563"/>
                </a:cubicBezTo>
                <a:close/>
                <a:moveTo>
                  <a:pt x="16176" y="63967"/>
                </a:moveTo>
                <a:cubicBezTo>
                  <a:pt x="16114" y="63967"/>
                  <a:pt x="16050" y="63987"/>
                  <a:pt x="16003" y="64027"/>
                </a:cubicBezTo>
                <a:cubicBezTo>
                  <a:pt x="15902" y="64128"/>
                  <a:pt x="15902" y="64278"/>
                  <a:pt x="15986" y="64379"/>
                </a:cubicBezTo>
                <a:cubicBezTo>
                  <a:pt x="16321" y="64747"/>
                  <a:pt x="16672" y="65099"/>
                  <a:pt x="17024" y="65450"/>
                </a:cubicBezTo>
                <a:cubicBezTo>
                  <a:pt x="17062" y="65501"/>
                  <a:pt x="17120" y="65523"/>
                  <a:pt x="17182" y="65523"/>
                </a:cubicBezTo>
                <a:cubicBezTo>
                  <a:pt x="17202" y="65523"/>
                  <a:pt x="17221" y="65521"/>
                  <a:pt x="17241" y="65517"/>
                </a:cubicBezTo>
                <a:cubicBezTo>
                  <a:pt x="17291" y="65517"/>
                  <a:pt x="17325" y="65484"/>
                  <a:pt x="17358" y="65450"/>
                </a:cubicBezTo>
                <a:cubicBezTo>
                  <a:pt x="17459" y="65350"/>
                  <a:pt x="17459" y="65199"/>
                  <a:pt x="17358" y="65099"/>
                </a:cubicBezTo>
                <a:cubicBezTo>
                  <a:pt x="17007" y="64764"/>
                  <a:pt x="16672" y="64412"/>
                  <a:pt x="16354" y="64044"/>
                </a:cubicBezTo>
                <a:cubicBezTo>
                  <a:pt x="16310" y="63992"/>
                  <a:pt x="16244" y="63967"/>
                  <a:pt x="16176" y="63967"/>
                </a:cubicBezTo>
                <a:close/>
                <a:moveTo>
                  <a:pt x="70764" y="64563"/>
                </a:moveTo>
                <a:cubicBezTo>
                  <a:pt x="70706" y="64563"/>
                  <a:pt x="70650" y="64584"/>
                  <a:pt x="70604" y="64630"/>
                </a:cubicBezTo>
                <a:cubicBezTo>
                  <a:pt x="70235" y="64948"/>
                  <a:pt x="69867" y="65266"/>
                  <a:pt x="69482" y="65567"/>
                </a:cubicBezTo>
                <a:cubicBezTo>
                  <a:pt x="69382" y="65651"/>
                  <a:pt x="69365" y="65818"/>
                  <a:pt x="69449" y="65919"/>
                </a:cubicBezTo>
                <a:cubicBezTo>
                  <a:pt x="69504" y="65974"/>
                  <a:pt x="69583" y="66007"/>
                  <a:pt x="69656" y="66007"/>
                </a:cubicBezTo>
                <a:cubicBezTo>
                  <a:pt x="69671" y="66007"/>
                  <a:pt x="69685" y="66005"/>
                  <a:pt x="69700" y="66003"/>
                </a:cubicBezTo>
                <a:cubicBezTo>
                  <a:pt x="69733" y="65986"/>
                  <a:pt x="69767" y="65969"/>
                  <a:pt x="69800" y="65952"/>
                </a:cubicBezTo>
                <a:cubicBezTo>
                  <a:pt x="70169" y="65634"/>
                  <a:pt x="70553" y="65316"/>
                  <a:pt x="70922" y="64998"/>
                </a:cubicBezTo>
                <a:cubicBezTo>
                  <a:pt x="71022" y="64898"/>
                  <a:pt x="71039" y="64747"/>
                  <a:pt x="70955" y="64647"/>
                </a:cubicBezTo>
                <a:cubicBezTo>
                  <a:pt x="70901" y="64592"/>
                  <a:pt x="70832" y="64563"/>
                  <a:pt x="70764" y="64563"/>
                </a:cubicBezTo>
                <a:close/>
                <a:moveTo>
                  <a:pt x="18264" y="66049"/>
                </a:moveTo>
                <a:cubicBezTo>
                  <a:pt x="18195" y="66049"/>
                  <a:pt x="18126" y="66079"/>
                  <a:pt x="18078" y="66136"/>
                </a:cubicBezTo>
                <a:cubicBezTo>
                  <a:pt x="17994" y="66237"/>
                  <a:pt x="17994" y="66388"/>
                  <a:pt x="18095" y="66471"/>
                </a:cubicBezTo>
                <a:cubicBezTo>
                  <a:pt x="18463" y="66806"/>
                  <a:pt x="18831" y="67124"/>
                  <a:pt x="19216" y="67442"/>
                </a:cubicBezTo>
                <a:cubicBezTo>
                  <a:pt x="19267" y="67480"/>
                  <a:pt x="19317" y="67499"/>
                  <a:pt x="19374" y="67499"/>
                </a:cubicBezTo>
                <a:cubicBezTo>
                  <a:pt x="19393" y="67499"/>
                  <a:pt x="19413" y="67496"/>
                  <a:pt x="19434" y="67492"/>
                </a:cubicBezTo>
                <a:cubicBezTo>
                  <a:pt x="19484" y="67476"/>
                  <a:pt x="19534" y="67459"/>
                  <a:pt x="19568" y="67409"/>
                </a:cubicBezTo>
                <a:cubicBezTo>
                  <a:pt x="19652" y="67308"/>
                  <a:pt x="19635" y="67158"/>
                  <a:pt x="19534" y="67057"/>
                </a:cubicBezTo>
                <a:cubicBezTo>
                  <a:pt x="19149" y="66756"/>
                  <a:pt x="18781" y="66438"/>
                  <a:pt x="18413" y="66103"/>
                </a:cubicBezTo>
                <a:cubicBezTo>
                  <a:pt x="18369" y="66067"/>
                  <a:pt x="18317" y="66049"/>
                  <a:pt x="18264" y="66049"/>
                </a:cubicBezTo>
                <a:close/>
                <a:moveTo>
                  <a:pt x="68493" y="66434"/>
                </a:moveTo>
                <a:cubicBezTo>
                  <a:pt x="68440" y="66434"/>
                  <a:pt x="68387" y="66452"/>
                  <a:pt x="68344" y="66488"/>
                </a:cubicBezTo>
                <a:cubicBezTo>
                  <a:pt x="67959" y="66789"/>
                  <a:pt x="67557" y="67074"/>
                  <a:pt x="67172" y="67358"/>
                </a:cubicBezTo>
                <a:cubicBezTo>
                  <a:pt x="67055" y="67442"/>
                  <a:pt x="67038" y="67593"/>
                  <a:pt x="67105" y="67710"/>
                </a:cubicBezTo>
                <a:cubicBezTo>
                  <a:pt x="67161" y="67765"/>
                  <a:pt x="67239" y="67798"/>
                  <a:pt x="67312" y="67798"/>
                </a:cubicBezTo>
                <a:cubicBezTo>
                  <a:pt x="67327" y="67798"/>
                  <a:pt x="67342" y="67796"/>
                  <a:pt x="67356" y="67794"/>
                </a:cubicBezTo>
                <a:cubicBezTo>
                  <a:pt x="67390" y="67794"/>
                  <a:pt x="67423" y="67777"/>
                  <a:pt x="67457" y="67760"/>
                </a:cubicBezTo>
                <a:cubicBezTo>
                  <a:pt x="67859" y="67476"/>
                  <a:pt x="68244" y="67174"/>
                  <a:pt x="68645" y="66873"/>
                </a:cubicBezTo>
                <a:cubicBezTo>
                  <a:pt x="68746" y="66789"/>
                  <a:pt x="68762" y="66639"/>
                  <a:pt x="68679" y="66521"/>
                </a:cubicBezTo>
                <a:cubicBezTo>
                  <a:pt x="68631" y="66464"/>
                  <a:pt x="68562" y="66434"/>
                  <a:pt x="68493" y="66434"/>
                </a:cubicBezTo>
                <a:close/>
                <a:moveTo>
                  <a:pt x="20539" y="67914"/>
                </a:moveTo>
                <a:cubicBezTo>
                  <a:pt x="20465" y="67914"/>
                  <a:pt x="20389" y="67950"/>
                  <a:pt x="20338" y="68011"/>
                </a:cubicBezTo>
                <a:cubicBezTo>
                  <a:pt x="20254" y="68128"/>
                  <a:pt x="20271" y="68279"/>
                  <a:pt x="20388" y="68363"/>
                </a:cubicBezTo>
                <a:cubicBezTo>
                  <a:pt x="20773" y="68647"/>
                  <a:pt x="21175" y="68932"/>
                  <a:pt x="21593" y="69216"/>
                </a:cubicBezTo>
                <a:cubicBezTo>
                  <a:pt x="21643" y="69267"/>
                  <a:pt x="21710" y="69267"/>
                  <a:pt x="21777" y="69267"/>
                </a:cubicBezTo>
                <a:cubicBezTo>
                  <a:pt x="21844" y="69250"/>
                  <a:pt x="21895" y="69216"/>
                  <a:pt x="21928" y="69166"/>
                </a:cubicBezTo>
                <a:cubicBezTo>
                  <a:pt x="22012" y="69049"/>
                  <a:pt x="21978" y="68898"/>
                  <a:pt x="21878" y="68815"/>
                </a:cubicBezTo>
                <a:cubicBezTo>
                  <a:pt x="21459" y="68547"/>
                  <a:pt x="21074" y="68262"/>
                  <a:pt x="20673" y="67961"/>
                </a:cubicBezTo>
                <a:cubicBezTo>
                  <a:pt x="20633" y="67928"/>
                  <a:pt x="20587" y="67914"/>
                  <a:pt x="20539" y="67914"/>
                </a:cubicBezTo>
                <a:close/>
                <a:moveTo>
                  <a:pt x="66100" y="68160"/>
                </a:moveTo>
                <a:cubicBezTo>
                  <a:pt x="66054" y="68160"/>
                  <a:pt x="66009" y="68172"/>
                  <a:pt x="65967" y="68195"/>
                </a:cubicBezTo>
                <a:cubicBezTo>
                  <a:pt x="65565" y="68480"/>
                  <a:pt x="65147" y="68748"/>
                  <a:pt x="64745" y="68999"/>
                </a:cubicBezTo>
                <a:cubicBezTo>
                  <a:pt x="64628" y="69066"/>
                  <a:pt x="64595" y="69233"/>
                  <a:pt x="64662" y="69334"/>
                </a:cubicBezTo>
                <a:cubicBezTo>
                  <a:pt x="64718" y="69418"/>
                  <a:pt x="64797" y="69455"/>
                  <a:pt x="64881" y="69455"/>
                </a:cubicBezTo>
                <a:cubicBezTo>
                  <a:pt x="64897" y="69455"/>
                  <a:pt x="64913" y="69453"/>
                  <a:pt x="64929" y="69451"/>
                </a:cubicBezTo>
                <a:cubicBezTo>
                  <a:pt x="64946" y="69434"/>
                  <a:pt x="64980" y="69434"/>
                  <a:pt x="64996" y="69417"/>
                </a:cubicBezTo>
                <a:cubicBezTo>
                  <a:pt x="65415" y="69149"/>
                  <a:pt x="65833" y="68882"/>
                  <a:pt x="66252" y="68614"/>
                </a:cubicBezTo>
                <a:cubicBezTo>
                  <a:pt x="66352" y="68530"/>
                  <a:pt x="66386" y="68379"/>
                  <a:pt x="66319" y="68262"/>
                </a:cubicBezTo>
                <a:cubicBezTo>
                  <a:pt x="66265" y="68197"/>
                  <a:pt x="66183" y="68160"/>
                  <a:pt x="66100" y="68160"/>
                </a:cubicBezTo>
                <a:close/>
                <a:moveTo>
                  <a:pt x="22971" y="69584"/>
                </a:moveTo>
                <a:cubicBezTo>
                  <a:pt x="22887" y="69584"/>
                  <a:pt x="22803" y="69625"/>
                  <a:pt x="22748" y="69702"/>
                </a:cubicBezTo>
                <a:cubicBezTo>
                  <a:pt x="22681" y="69802"/>
                  <a:pt x="22715" y="69953"/>
                  <a:pt x="22832" y="70037"/>
                </a:cubicBezTo>
                <a:cubicBezTo>
                  <a:pt x="23250" y="70288"/>
                  <a:pt x="23669" y="70539"/>
                  <a:pt x="24104" y="70790"/>
                </a:cubicBezTo>
                <a:cubicBezTo>
                  <a:pt x="24154" y="70823"/>
                  <a:pt x="24221" y="70823"/>
                  <a:pt x="24271" y="70823"/>
                </a:cubicBezTo>
                <a:cubicBezTo>
                  <a:pt x="24355" y="70807"/>
                  <a:pt x="24405" y="70756"/>
                  <a:pt x="24439" y="70706"/>
                </a:cubicBezTo>
                <a:cubicBezTo>
                  <a:pt x="24506" y="70589"/>
                  <a:pt x="24472" y="70438"/>
                  <a:pt x="24355" y="70371"/>
                </a:cubicBezTo>
                <a:cubicBezTo>
                  <a:pt x="23920" y="70120"/>
                  <a:pt x="23501" y="69869"/>
                  <a:pt x="23100" y="69618"/>
                </a:cubicBezTo>
                <a:cubicBezTo>
                  <a:pt x="23059" y="69595"/>
                  <a:pt x="23015" y="69584"/>
                  <a:pt x="22971" y="69584"/>
                </a:cubicBezTo>
                <a:close/>
                <a:moveTo>
                  <a:pt x="63603" y="69722"/>
                </a:moveTo>
                <a:cubicBezTo>
                  <a:pt x="63565" y="69722"/>
                  <a:pt x="63526" y="69732"/>
                  <a:pt x="63490" y="69752"/>
                </a:cubicBezTo>
                <a:cubicBezTo>
                  <a:pt x="63055" y="70003"/>
                  <a:pt x="62636" y="70237"/>
                  <a:pt x="62201" y="70472"/>
                </a:cubicBezTo>
                <a:cubicBezTo>
                  <a:pt x="62084" y="70539"/>
                  <a:pt x="62050" y="70689"/>
                  <a:pt x="62101" y="70807"/>
                </a:cubicBezTo>
                <a:cubicBezTo>
                  <a:pt x="62154" y="70886"/>
                  <a:pt x="62227" y="70934"/>
                  <a:pt x="62306" y="70934"/>
                </a:cubicBezTo>
                <a:cubicBezTo>
                  <a:pt x="62326" y="70934"/>
                  <a:pt x="62347" y="70931"/>
                  <a:pt x="62368" y="70924"/>
                </a:cubicBezTo>
                <a:cubicBezTo>
                  <a:pt x="62402" y="70924"/>
                  <a:pt x="62419" y="70907"/>
                  <a:pt x="62435" y="70907"/>
                </a:cubicBezTo>
                <a:cubicBezTo>
                  <a:pt x="62870" y="70673"/>
                  <a:pt x="63306" y="70438"/>
                  <a:pt x="63741" y="70187"/>
                </a:cubicBezTo>
                <a:cubicBezTo>
                  <a:pt x="63858" y="70120"/>
                  <a:pt x="63892" y="69970"/>
                  <a:pt x="63825" y="69852"/>
                </a:cubicBezTo>
                <a:cubicBezTo>
                  <a:pt x="63778" y="69771"/>
                  <a:pt x="63691" y="69722"/>
                  <a:pt x="63603" y="69722"/>
                </a:cubicBezTo>
                <a:close/>
                <a:moveTo>
                  <a:pt x="25523" y="71028"/>
                </a:moveTo>
                <a:cubicBezTo>
                  <a:pt x="25434" y="71028"/>
                  <a:pt x="25356" y="71077"/>
                  <a:pt x="25309" y="71158"/>
                </a:cubicBezTo>
                <a:cubicBezTo>
                  <a:pt x="25242" y="71292"/>
                  <a:pt x="25292" y="71426"/>
                  <a:pt x="25410" y="71493"/>
                </a:cubicBezTo>
                <a:cubicBezTo>
                  <a:pt x="25845" y="71727"/>
                  <a:pt x="26297" y="71945"/>
                  <a:pt x="26749" y="72146"/>
                </a:cubicBezTo>
                <a:cubicBezTo>
                  <a:pt x="26778" y="72165"/>
                  <a:pt x="26808" y="72173"/>
                  <a:pt x="26837" y="72173"/>
                </a:cubicBezTo>
                <a:cubicBezTo>
                  <a:pt x="26858" y="72173"/>
                  <a:pt x="26879" y="72169"/>
                  <a:pt x="26899" y="72162"/>
                </a:cubicBezTo>
                <a:cubicBezTo>
                  <a:pt x="26966" y="72146"/>
                  <a:pt x="27033" y="72095"/>
                  <a:pt x="27067" y="72028"/>
                </a:cubicBezTo>
                <a:cubicBezTo>
                  <a:pt x="27134" y="71911"/>
                  <a:pt x="27067" y="71761"/>
                  <a:pt x="26950" y="71710"/>
                </a:cubicBezTo>
                <a:cubicBezTo>
                  <a:pt x="26514" y="71493"/>
                  <a:pt x="26062" y="71292"/>
                  <a:pt x="25644" y="71058"/>
                </a:cubicBezTo>
                <a:cubicBezTo>
                  <a:pt x="25603" y="71037"/>
                  <a:pt x="25562" y="71028"/>
                  <a:pt x="25523" y="71028"/>
                </a:cubicBezTo>
                <a:close/>
                <a:moveTo>
                  <a:pt x="61008" y="71122"/>
                </a:moveTo>
                <a:cubicBezTo>
                  <a:pt x="60976" y="71122"/>
                  <a:pt x="60943" y="71128"/>
                  <a:pt x="60912" y="71141"/>
                </a:cubicBezTo>
                <a:cubicBezTo>
                  <a:pt x="60460" y="71359"/>
                  <a:pt x="60025" y="71577"/>
                  <a:pt x="59590" y="71761"/>
                </a:cubicBezTo>
                <a:cubicBezTo>
                  <a:pt x="59456" y="71828"/>
                  <a:pt x="59406" y="71961"/>
                  <a:pt x="59456" y="72095"/>
                </a:cubicBezTo>
                <a:cubicBezTo>
                  <a:pt x="59497" y="72178"/>
                  <a:pt x="59584" y="72238"/>
                  <a:pt x="59678" y="72238"/>
                </a:cubicBezTo>
                <a:cubicBezTo>
                  <a:pt x="59699" y="72238"/>
                  <a:pt x="59720" y="72235"/>
                  <a:pt x="59740" y="72229"/>
                </a:cubicBezTo>
                <a:cubicBezTo>
                  <a:pt x="59757" y="72229"/>
                  <a:pt x="59774" y="72213"/>
                  <a:pt x="59791" y="72213"/>
                </a:cubicBezTo>
                <a:cubicBezTo>
                  <a:pt x="60226" y="72012"/>
                  <a:pt x="60678" y="71794"/>
                  <a:pt x="61130" y="71577"/>
                </a:cubicBezTo>
                <a:cubicBezTo>
                  <a:pt x="61247" y="71526"/>
                  <a:pt x="61297" y="71376"/>
                  <a:pt x="61230" y="71258"/>
                </a:cubicBezTo>
                <a:cubicBezTo>
                  <a:pt x="61193" y="71172"/>
                  <a:pt x="61101" y="71122"/>
                  <a:pt x="61008" y="71122"/>
                </a:cubicBezTo>
                <a:close/>
                <a:moveTo>
                  <a:pt x="28195" y="72277"/>
                </a:moveTo>
                <a:cubicBezTo>
                  <a:pt x="28101" y="72277"/>
                  <a:pt x="28008" y="72330"/>
                  <a:pt x="27971" y="72430"/>
                </a:cubicBezTo>
                <a:cubicBezTo>
                  <a:pt x="27920" y="72547"/>
                  <a:pt x="27971" y="72698"/>
                  <a:pt x="28105" y="72748"/>
                </a:cubicBezTo>
                <a:cubicBezTo>
                  <a:pt x="28556" y="72932"/>
                  <a:pt x="29008" y="73116"/>
                  <a:pt x="29477" y="73301"/>
                </a:cubicBezTo>
                <a:cubicBezTo>
                  <a:pt x="29502" y="73309"/>
                  <a:pt x="29527" y="73313"/>
                  <a:pt x="29550" y="73313"/>
                </a:cubicBezTo>
                <a:cubicBezTo>
                  <a:pt x="29573" y="73313"/>
                  <a:pt x="29594" y="73309"/>
                  <a:pt x="29611" y="73301"/>
                </a:cubicBezTo>
                <a:cubicBezTo>
                  <a:pt x="29695" y="73284"/>
                  <a:pt x="29762" y="73234"/>
                  <a:pt x="29795" y="73150"/>
                </a:cubicBezTo>
                <a:cubicBezTo>
                  <a:pt x="29845" y="73016"/>
                  <a:pt x="29778" y="72882"/>
                  <a:pt x="29644" y="72832"/>
                </a:cubicBezTo>
                <a:cubicBezTo>
                  <a:pt x="29193" y="72665"/>
                  <a:pt x="28741" y="72480"/>
                  <a:pt x="28289" y="72296"/>
                </a:cubicBezTo>
                <a:cubicBezTo>
                  <a:pt x="28259" y="72283"/>
                  <a:pt x="28227" y="72277"/>
                  <a:pt x="28195" y="72277"/>
                </a:cubicBezTo>
                <a:close/>
                <a:moveTo>
                  <a:pt x="58335" y="72327"/>
                </a:moveTo>
                <a:cubicBezTo>
                  <a:pt x="58302" y="72327"/>
                  <a:pt x="58268" y="72334"/>
                  <a:pt x="58234" y="72346"/>
                </a:cubicBezTo>
                <a:cubicBezTo>
                  <a:pt x="57782" y="72531"/>
                  <a:pt x="57330" y="72715"/>
                  <a:pt x="56878" y="72882"/>
                </a:cubicBezTo>
                <a:cubicBezTo>
                  <a:pt x="56744" y="72916"/>
                  <a:pt x="56677" y="73066"/>
                  <a:pt x="56727" y="73183"/>
                </a:cubicBezTo>
                <a:cubicBezTo>
                  <a:pt x="56773" y="73289"/>
                  <a:pt x="56872" y="73353"/>
                  <a:pt x="56976" y="73353"/>
                </a:cubicBezTo>
                <a:cubicBezTo>
                  <a:pt x="56988" y="73353"/>
                  <a:pt x="57000" y="73353"/>
                  <a:pt x="57012" y="73351"/>
                </a:cubicBezTo>
                <a:cubicBezTo>
                  <a:pt x="57029" y="73334"/>
                  <a:pt x="57029" y="73334"/>
                  <a:pt x="57045" y="73334"/>
                </a:cubicBezTo>
                <a:cubicBezTo>
                  <a:pt x="57497" y="73167"/>
                  <a:pt x="57966" y="72983"/>
                  <a:pt x="58418" y="72798"/>
                </a:cubicBezTo>
                <a:cubicBezTo>
                  <a:pt x="58552" y="72748"/>
                  <a:pt x="58619" y="72598"/>
                  <a:pt x="58552" y="72480"/>
                </a:cubicBezTo>
                <a:cubicBezTo>
                  <a:pt x="58515" y="72381"/>
                  <a:pt x="58431" y="72327"/>
                  <a:pt x="58335" y="72327"/>
                </a:cubicBezTo>
                <a:close/>
                <a:moveTo>
                  <a:pt x="30964" y="73309"/>
                </a:moveTo>
                <a:cubicBezTo>
                  <a:pt x="30856" y="73309"/>
                  <a:pt x="30757" y="73371"/>
                  <a:pt x="30716" y="73468"/>
                </a:cubicBezTo>
                <a:cubicBezTo>
                  <a:pt x="30682" y="73602"/>
                  <a:pt x="30749" y="73736"/>
                  <a:pt x="30866" y="73786"/>
                </a:cubicBezTo>
                <a:cubicBezTo>
                  <a:pt x="31335" y="73937"/>
                  <a:pt x="31820" y="74087"/>
                  <a:pt x="32289" y="74221"/>
                </a:cubicBezTo>
                <a:cubicBezTo>
                  <a:pt x="32306" y="74230"/>
                  <a:pt x="32327" y="74234"/>
                  <a:pt x="32348" y="74234"/>
                </a:cubicBezTo>
                <a:cubicBezTo>
                  <a:pt x="32369" y="74234"/>
                  <a:pt x="32390" y="74230"/>
                  <a:pt x="32406" y="74221"/>
                </a:cubicBezTo>
                <a:cubicBezTo>
                  <a:pt x="32490" y="74204"/>
                  <a:pt x="32574" y="74154"/>
                  <a:pt x="32590" y="74054"/>
                </a:cubicBezTo>
                <a:cubicBezTo>
                  <a:pt x="32624" y="73920"/>
                  <a:pt x="32557" y="73786"/>
                  <a:pt x="32423" y="73753"/>
                </a:cubicBezTo>
                <a:cubicBezTo>
                  <a:pt x="31954" y="73619"/>
                  <a:pt x="31486" y="73468"/>
                  <a:pt x="31034" y="73317"/>
                </a:cubicBezTo>
                <a:cubicBezTo>
                  <a:pt x="31010" y="73311"/>
                  <a:pt x="30987" y="73309"/>
                  <a:pt x="30964" y="73309"/>
                </a:cubicBezTo>
                <a:close/>
                <a:moveTo>
                  <a:pt x="55570" y="73336"/>
                </a:moveTo>
                <a:cubicBezTo>
                  <a:pt x="55543" y="73336"/>
                  <a:pt x="55516" y="73341"/>
                  <a:pt x="55489" y="73351"/>
                </a:cubicBezTo>
                <a:cubicBezTo>
                  <a:pt x="55020" y="73501"/>
                  <a:pt x="54551" y="73652"/>
                  <a:pt x="54083" y="73769"/>
                </a:cubicBezTo>
                <a:cubicBezTo>
                  <a:pt x="53966" y="73819"/>
                  <a:pt x="53882" y="73953"/>
                  <a:pt x="53915" y="74087"/>
                </a:cubicBezTo>
                <a:cubicBezTo>
                  <a:pt x="53958" y="74187"/>
                  <a:pt x="54049" y="74262"/>
                  <a:pt x="54157" y="74262"/>
                </a:cubicBezTo>
                <a:cubicBezTo>
                  <a:pt x="54177" y="74262"/>
                  <a:pt x="54196" y="74260"/>
                  <a:pt x="54217" y="74255"/>
                </a:cubicBezTo>
                <a:lnTo>
                  <a:pt x="54233" y="74255"/>
                </a:lnTo>
                <a:cubicBezTo>
                  <a:pt x="54702" y="74121"/>
                  <a:pt x="55171" y="73970"/>
                  <a:pt x="55639" y="73819"/>
                </a:cubicBezTo>
                <a:cubicBezTo>
                  <a:pt x="55773" y="73769"/>
                  <a:pt x="55840" y="73635"/>
                  <a:pt x="55807" y="73501"/>
                </a:cubicBezTo>
                <a:cubicBezTo>
                  <a:pt x="55767" y="73408"/>
                  <a:pt x="55674" y="73336"/>
                  <a:pt x="55570" y="73336"/>
                </a:cubicBezTo>
                <a:close/>
                <a:moveTo>
                  <a:pt x="33786" y="74130"/>
                </a:moveTo>
                <a:cubicBezTo>
                  <a:pt x="33674" y="74130"/>
                  <a:pt x="33573" y="74205"/>
                  <a:pt x="33545" y="74305"/>
                </a:cubicBezTo>
                <a:cubicBezTo>
                  <a:pt x="33511" y="74439"/>
                  <a:pt x="33595" y="74573"/>
                  <a:pt x="33729" y="74606"/>
                </a:cubicBezTo>
                <a:cubicBezTo>
                  <a:pt x="34197" y="74723"/>
                  <a:pt x="34683" y="74841"/>
                  <a:pt x="35168" y="74941"/>
                </a:cubicBezTo>
                <a:lnTo>
                  <a:pt x="35269" y="74941"/>
                </a:lnTo>
                <a:cubicBezTo>
                  <a:pt x="35352" y="74924"/>
                  <a:pt x="35436" y="74857"/>
                  <a:pt x="35453" y="74757"/>
                </a:cubicBezTo>
                <a:cubicBezTo>
                  <a:pt x="35486" y="74623"/>
                  <a:pt x="35403" y="74489"/>
                  <a:pt x="35269" y="74456"/>
                </a:cubicBezTo>
                <a:cubicBezTo>
                  <a:pt x="34783" y="74355"/>
                  <a:pt x="34315" y="74255"/>
                  <a:pt x="33846" y="74138"/>
                </a:cubicBezTo>
                <a:cubicBezTo>
                  <a:pt x="33826" y="74132"/>
                  <a:pt x="33805" y="74130"/>
                  <a:pt x="33786" y="74130"/>
                </a:cubicBezTo>
                <a:close/>
                <a:moveTo>
                  <a:pt x="52742" y="74147"/>
                </a:moveTo>
                <a:cubicBezTo>
                  <a:pt x="52721" y="74147"/>
                  <a:pt x="52699" y="74149"/>
                  <a:pt x="52677" y="74154"/>
                </a:cubicBezTo>
                <a:cubicBezTo>
                  <a:pt x="52292" y="74255"/>
                  <a:pt x="51907" y="74338"/>
                  <a:pt x="51505" y="74422"/>
                </a:cubicBezTo>
                <a:lnTo>
                  <a:pt x="51254" y="74472"/>
                </a:lnTo>
                <a:cubicBezTo>
                  <a:pt x="51120" y="74506"/>
                  <a:pt x="51036" y="74640"/>
                  <a:pt x="51070" y="74774"/>
                </a:cubicBezTo>
                <a:cubicBezTo>
                  <a:pt x="51085" y="74881"/>
                  <a:pt x="51198" y="74960"/>
                  <a:pt x="51320" y="74960"/>
                </a:cubicBezTo>
                <a:cubicBezTo>
                  <a:pt x="51331" y="74960"/>
                  <a:pt x="51343" y="74959"/>
                  <a:pt x="51354" y="74958"/>
                </a:cubicBezTo>
                <a:lnTo>
                  <a:pt x="51622" y="74907"/>
                </a:lnTo>
                <a:cubicBezTo>
                  <a:pt x="51622" y="74907"/>
                  <a:pt x="51639" y="74891"/>
                  <a:pt x="51656" y="74891"/>
                </a:cubicBezTo>
                <a:cubicBezTo>
                  <a:pt x="52041" y="74807"/>
                  <a:pt x="52409" y="74723"/>
                  <a:pt x="52794" y="74623"/>
                </a:cubicBezTo>
                <a:cubicBezTo>
                  <a:pt x="52928" y="74589"/>
                  <a:pt x="53011" y="74472"/>
                  <a:pt x="52978" y="74338"/>
                </a:cubicBezTo>
                <a:cubicBezTo>
                  <a:pt x="52950" y="74224"/>
                  <a:pt x="52860" y="74147"/>
                  <a:pt x="52742" y="74147"/>
                </a:cubicBezTo>
                <a:close/>
                <a:moveTo>
                  <a:pt x="36656" y="74734"/>
                </a:moveTo>
                <a:cubicBezTo>
                  <a:pt x="36541" y="74734"/>
                  <a:pt x="36438" y="74825"/>
                  <a:pt x="36424" y="74941"/>
                </a:cubicBezTo>
                <a:cubicBezTo>
                  <a:pt x="36390" y="75075"/>
                  <a:pt x="36491" y="75192"/>
                  <a:pt x="36624" y="75226"/>
                </a:cubicBezTo>
                <a:cubicBezTo>
                  <a:pt x="37110" y="75309"/>
                  <a:pt x="37595" y="75376"/>
                  <a:pt x="38081" y="75443"/>
                </a:cubicBezTo>
                <a:lnTo>
                  <a:pt x="38164" y="75443"/>
                </a:lnTo>
                <a:cubicBezTo>
                  <a:pt x="38265" y="75410"/>
                  <a:pt x="38349" y="75326"/>
                  <a:pt x="38365" y="75226"/>
                </a:cubicBezTo>
                <a:cubicBezTo>
                  <a:pt x="38382" y="75092"/>
                  <a:pt x="38282" y="74974"/>
                  <a:pt x="38148" y="74958"/>
                </a:cubicBezTo>
                <a:cubicBezTo>
                  <a:pt x="37662" y="74891"/>
                  <a:pt x="37177" y="74824"/>
                  <a:pt x="36708" y="74740"/>
                </a:cubicBezTo>
                <a:cubicBezTo>
                  <a:pt x="36691" y="74736"/>
                  <a:pt x="36673" y="74734"/>
                  <a:pt x="36656" y="74734"/>
                </a:cubicBezTo>
                <a:close/>
                <a:moveTo>
                  <a:pt x="49848" y="74738"/>
                </a:moveTo>
                <a:cubicBezTo>
                  <a:pt x="49837" y="74738"/>
                  <a:pt x="49826" y="74739"/>
                  <a:pt x="49814" y="74740"/>
                </a:cubicBezTo>
                <a:cubicBezTo>
                  <a:pt x="49329" y="74824"/>
                  <a:pt x="48844" y="74907"/>
                  <a:pt x="48358" y="74958"/>
                </a:cubicBezTo>
                <a:cubicBezTo>
                  <a:pt x="48224" y="74991"/>
                  <a:pt x="48141" y="75108"/>
                  <a:pt x="48157" y="75242"/>
                </a:cubicBezTo>
                <a:cubicBezTo>
                  <a:pt x="48173" y="75365"/>
                  <a:pt x="48272" y="75445"/>
                  <a:pt x="48391" y="75445"/>
                </a:cubicBezTo>
                <a:cubicBezTo>
                  <a:pt x="48402" y="75445"/>
                  <a:pt x="48414" y="75445"/>
                  <a:pt x="48425" y="75443"/>
                </a:cubicBezTo>
                <a:cubicBezTo>
                  <a:pt x="48911" y="75393"/>
                  <a:pt x="49413" y="75309"/>
                  <a:pt x="49898" y="75226"/>
                </a:cubicBezTo>
                <a:cubicBezTo>
                  <a:pt x="50032" y="75209"/>
                  <a:pt x="50116" y="75075"/>
                  <a:pt x="50099" y="74941"/>
                </a:cubicBezTo>
                <a:cubicBezTo>
                  <a:pt x="50068" y="74818"/>
                  <a:pt x="49968" y="74738"/>
                  <a:pt x="49848" y="74738"/>
                </a:cubicBezTo>
                <a:close/>
                <a:moveTo>
                  <a:pt x="39575" y="75123"/>
                </a:moveTo>
                <a:cubicBezTo>
                  <a:pt x="39453" y="75123"/>
                  <a:pt x="39352" y="75219"/>
                  <a:pt x="39336" y="75343"/>
                </a:cubicBezTo>
                <a:cubicBezTo>
                  <a:pt x="39319" y="75477"/>
                  <a:pt x="39420" y="75594"/>
                  <a:pt x="39554" y="75610"/>
                </a:cubicBezTo>
                <a:cubicBezTo>
                  <a:pt x="40039" y="75644"/>
                  <a:pt x="40541" y="75694"/>
                  <a:pt x="41043" y="75711"/>
                </a:cubicBezTo>
                <a:lnTo>
                  <a:pt x="41094" y="75711"/>
                </a:lnTo>
                <a:cubicBezTo>
                  <a:pt x="41211" y="75694"/>
                  <a:pt x="41294" y="75594"/>
                  <a:pt x="41294" y="75493"/>
                </a:cubicBezTo>
                <a:cubicBezTo>
                  <a:pt x="41294" y="75359"/>
                  <a:pt x="41194" y="75242"/>
                  <a:pt x="41060" y="75226"/>
                </a:cubicBezTo>
                <a:cubicBezTo>
                  <a:pt x="40575" y="75209"/>
                  <a:pt x="40089" y="75159"/>
                  <a:pt x="39604" y="75125"/>
                </a:cubicBezTo>
                <a:cubicBezTo>
                  <a:pt x="39594" y="75124"/>
                  <a:pt x="39584" y="75123"/>
                  <a:pt x="39575" y="75123"/>
                </a:cubicBezTo>
                <a:close/>
                <a:moveTo>
                  <a:pt x="46948" y="75123"/>
                </a:moveTo>
                <a:cubicBezTo>
                  <a:pt x="46938" y="75123"/>
                  <a:pt x="46928" y="75124"/>
                  <a:pt x="46919" y="75125"/>
                </a:cubicBezTo>
                <a:cubicBezTo>
                  <a:pt x="46416" y="75175"/>
                  <a:pt x="45931" y="75209"/>
                  <a:pt x="45446" y="75226"/>
                </a:cubicBezTo>
                <a:cubicBezTo>
                  <a:pt x="45312" y="75242"/>
                  <a:pt x="45211" y="75359"/>
                  <a:pt x="45228" y="75493"/>
                </a:cubicBezTo>
                <a:cubicBezTo>
                  <a:pt x="45228" y="75627"/>
                  <a:pt x="45345" y="75728"/>
                  <a:pt x="45479" y="75728"/>
                </a:cubicBezTo>
                <a:cubicBezTo>
                  <a:pt x="45965" y="75694"/>
                  <a:pt x="46467" y="75661"/>
                  <a:pt x="46952" y="75610"/>
                </a:cubicBezTo>
                <a:lnTo>
                  <a:pt x="46986" y="75610"/>
                </a:lnTo>
                <a:cubicBezTo>
                  <a:pt x="47103" y="75577"/>
                  <a:pt x="47186" y="75477"/>
                  <a:pt x="47170" y="75343"/>
                </a:cubicBezTo>
                <a:cubicBezTo>
                  <a:pt x="47170" y="75219"/>
                  <a:pt x="47069" y="75123"/>
                  <a:pt x="46948" y="75123"/>
                </a:cubicBezTo>
                <a:close/>
                <a:moveTo>
                  <a:pt x="42505" y="75291"/>
                </a:moveTo>
                <a:cubicBezTo>
                  <a:pt x="42370" y="75291"/>
                  <a:pt x="42282" y="75402"/>
                  <a:pt x="42282" y="75527"/>
                </a:cubicBezTo>
                <a:cubicBezTo>
                  <a:pt x="42282" y="75661"/>
                  <a:pt x="42383" y="75778"/>
                  <a:pt x="42516" y="75778"/>
                </a:cubicBezTo>
                <a:lnTo>
                  <a:pt x="44040" y="75778"/>
                </a:lnTo>
                <a:cubicBezTo>
                  <a:pt x="44157" y="75744"/>
                  <a:pt x="44240" y="75644"/>
                  <a:pt x="44240" y="75527"/>
                </a:cubicBezTo>
                <a:cubicBezTo>
                  <a:pt x="44240" y="75393"/>
                  <a:pt x="44123" y="75292"/>
                  <a:pt x="43989" y="75292"/>
                </a:cubicBezTo>
                <a:lnTo>
                  <a:pt x="42533" y="75292"/>
                </a:lnTo>
                <a:cubicBezTo>
                  <a:pt x="42523" y="75291"/>
                  <a:pt x="42514" y="75291"/>
                  <a:pt x="42505" y="7529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13"/>
          <p:cNvGrpSpPr/>
          <p:nvPr/>
        </p:nvGrpSpPr>
        <p:grpSpPr>
          <a:xfrm rot="1799597" flipH="1">
            <a:off x="1378211" y="2895331"/>
            <a:ext cx="1401583" cy="1711331"/>
            <a:chOff x="603875" y="3661983"/>
            <a:chExt cx="929613" cy="1135121"/>
          </a:xfrm>
        </p:grpSpPr>
        <p:sp>
          <p:nvSpPr>
            <p:cNvPr id="64" name="Google Shape;64;p13"/>
            <p:cNvSpPr/>
            <p:nvPr/>
          </p:nvSpPr>
          <p:spPr>
            <a:xfrm>
              <a:off x="603875" y="3661983"/>
              <a:ext cx="929613" cy="1135121"/>
            </a:xfrm>
            <a:custGeom>
              <a:avLst/>
              <a:gdLst/>
              <a:ahLst/>
              <a:cxnLst/>
              <a:rect l="l" t="t" r="r" b="b"/>
              <a:pathLst>
                <a:path w="28507" h="34809" extrusionOk="0">
                  <a:moveTo>
                    <a:pt x="21359" y="1153"/>
                  </a:moveTo>
                  <a:lnTo>
                    <a:pt x="26414" y="4082"/>
                  </a:lnTo>
                  <a:lnTo>
                    <a:pt x="26096" y="4651"/>
                  </a:lnTo>
                  <a:lnTo>
                    <a:pt x="21024" y="1722"/>
                  </a:lnTo>
                  <a:lnTo>
                    <a:pt x="21359" y="1153"/>
                  </a:lnTo>
                  <a:close/>
                  <a:moveTo>
                    <a:pt x="16321" y="4584"/>
                  </a:moveTo>
                  <a:lnTo>
                    <a:pt x="17760" y="5404"/>
                  </a:lnTo>
                  <a:lnTo>
                    <a:pt x="17409" y="6024"/>
                  </a:lnTo>
                  <a:lnTo>
                    <a:pt x="15969" y="5187"/>
                  </a:lnTo>
                  <a:lnTo>
                    <a:pt x="16321" y="4584"/>
                  </a:lnTo>
                  <a:close/>
                  <a:moveTo>
                    <a:pt x="20539" y="2575"/>
                  </a:moveTo>
                  <a:lnTo>
                    <a:pt x="25594" y="5505"/>
                  </a:lnTo>
                  <a:lnTo>
                    <a:pt x="23920" y="8417"/>
                  </a:lnTo>
                  <a:lnTo>
                    <a:pt x="23317" y="9438"/>
                  </a:lnTo>
                  <a:lnTo>
                    <a:pt x="18262" y="6509"/>
                  </a:lnTo>
                  <a:lnTo>
                    <a:pt x="18848" y="5488"/>
                  </a:lnTo>
                  <a:lnTo>
                    <a:pt x="20539" y="2575"/>
                  </a:lnTo>
                  <a:close/>
                  <a:moveTo>
                    <a:pt x="24523" y="9321"/>
                  </a:moveTo>
                  <a:lnTo>
                    <a:pt x="25962" y="10158"/>
                  </a:lnTo>
                  <a:lnTo>
                    <a:pt x="25611" y="10761"/>
                  </a:lnTo>
                  <a:lnTo>
                    <a:pt x="24171" y="9924"/>
                  </a:lnTo>
                  <a:lnTo>
                    <a:pt x="24523" y="9321"/>
                  </a:lnTo>
                  <a:close/>
                  <a:moveTo>
                    <a:pt x="3027" y="27904"/>
                  </a:moveTo>
                  <a:cubicBezTo>
                    <a:pt x="3085" y="27904"/>
                    <a:pt x="3144" y="27919"/>
                    <a:pt x="3198" y="27951"/>
                  </a:cubicBezTo>
                  <a:lnTo>
                    <a:pt x="4035" y="28437"/>
                  </a:lnTo>
                  <a:cubicBezTo>
                    <a:pt x="4202" y="28537"/>
                    <a:pt x="4252" y="28738"/>
                    <a:pt x="4152" y="28905"/>
                  </a:cubicBezTo>
                  <a:cubicBezTo>
                    <a:pt x="4095" y="29019"/>
                    <a:pt x="3976" y="29086"/>
                    <a:pt x="3853" y="29086"/>
                  </a:cubicBezTo>
                  <a:cubicBezTo>
                    <a:pt x="3795" y="29086"/>
                    <a:pt x="3737" y="29071"/>
                    <a:pt x="3683" y="29039"/>
                  </a:cubicBezTo>
                  <a:lnTo>
                    <a:pt x="2846" y="28554"/>
                  </a:lnTo>
                  <a:cubicBezTo>
                    <a:pt x="2679" y="28453"/>
                    <a:pt x="2628" y="28252"/>
                    <a:pt x="2729" y="28085"/>
                  </a:cubicBezTo>
                  <a:cubicBezTo>
                    <a:pt x="2786" y="27971"/>
                    <a:pt x="2904" y="27904"/>
                    <a:pt x="3027" y="27904"/>
                  </a:cubicBezTo>
                  <a:close/>
                  <a:moveTo>
                    <a:pt x="13472" y="5144"/>
                  </a:moveTo>
                  <a:cubicBezTo>
                    <a:pt x="13781" y="5144"/>
                    <a:pt x="14093" y="5223"/>
                    <a:pt x="14379" y="5388"/>
                  </a:cubicBezTo>
                  <a:lnTo>
                    <a:pt x="15065" y="5789"/>
                  </a:lnTo>
                  <a:lnTo>
                    <a:pt x="17342" y="7112"/>
                  </a:lnTo>
                  <a:lnTo>
                    <a:pt x="23250" y="10526"/>
                  </a:lnTo>
                  <a:lnTo>
                    <a:pt x="25544" y="11849"/>
                  </a:lnTo>
                  <a:lnTo>
                    <a:pt x="26213" y="12250"/>
                  </a:lnTo>
                  <a:cubicBezTo>
                    <a:pt x="27084" y="12753"/>
                    <a:pt x="27385" y="13857"/>
                    <a:pt x="26883" y="14728"/>
                  </a:cubicBezTo>
                  <a:lnTo>
                    <a:pt x="16605" y="32471"/>
                  </a:lnTo>
                  <a:cubicBezTo>
                    <a:pt x="16268" y="33055"/>
                    <a:pt x="15659" y="33383"/>
                    <a:pt x="15031" y="33383"/>
                  </a:cubicBezTo>
                  <a:cubicBezTo>
                    <a:pt x="14724" y="33383"/>
                    <a:pt x="14414" y="33305"/>
                    <a:pt x="14128" y="33140"/>
                  </a:cubicBezTo>
                  <a:lnTo>
                    <a:pt x="12722" y="32320"/>
                  </a:lnTo>
                  <a:lnTo>
                    <a:pt x="11885" y="31834"/>
                  </a:lnTo>
                  <a:lnTo>
                    <a:pt x="4520" y="27583"/>
                  </a:lnTo>
                  <a:lnTo>
                    <a:pt x="3683" y="27097"/>
                  </a:lnTo>
                  <a:lnTo>
                    <a:pt x="2277" y="26277"/>
                  </a:lnTo>
                  <a:cubicBezTo>
                    <a:pt x="1407" y="25792"/>
                    <a:pt x="1122" y="24670"/>
                    <a:pt x="1624" y="23800"/>
                  </a:cubicBezTo>
                  <a:lnTo>
                    <a:pt x="11885" y="6057"/>
                  </a:lnTo>
                  <a:cubicBezTo>
                    <a:pt x="12222" y="5472"/>
                    <a:pt x="12839" y="5144"/>
                    <a:pt x="13472" y="5144"/>
                  </a:cubicBezTo>
                  <a:close/>
                  <a:moveTo>
                    <a:pt x="11217" y="32648"/>
                  </a:moveTo>
                  <a:cubicBezTo>
                    <a:pt x="11273" y="32648"/>
                    <a:pt x="11329" y="32661"/>
                    <a:pt x="11383" y="32688"/>
                  </a:cubicBezTo>
                  <a:lnTo>
                    <a:pt x="12220" y="33174"/>
                  </a:lnTo>
                  <a:cubicBezTo>
                    <a:pt x="12387" y="33274"/>
                    <a:pt x="12454" y="33492"/>
                    <a:pt x="12354" y="33659"/>
                  </a:cubicBezTo>
                  <a:cubicBezTo>
                    <a:pt x="12288" y="33768"/>
                    <a:pt x="12172" y="33828"/>
                    <a:pt x="12053" y="33828"/>
                  </a:cubicBezTo>
                  <a:cubicBezTo>
                    <a:pt x="11990" y="33828"/>
                    <a:pt x="11926" y="33811"/>
                    <a:pt x="11868" y="33776"/>
                  </a:cubicBezTo>
                  <a:lnTo>
                    <a:pt x="11048" y="33291"/>
                  </a:lnTo>
                  <a:cubicBezTo>
                    <a:pt x="10881" y="33207"/>
                    <a:pt x="10814" y="32989"/>
                    <a:pt x="10914" y="32822"/>
                  </a:cubicBezTo>
                  <a:cubicBezTo>
                    <a:pt x="10982" y="32708"/>
                    <a:pt x="11097" y="32648"/>
                    <a:pt x="11217" y="32648"/>
                  </a:cubicBezTo>
                  <a:close/>
                  <a:moveTo>
                    <a:pt x="21185" y="1"/>
                  </a:moveTo>
                  <a:cubicBezTo>
                    <a:pt x="21014" y="1"/>
                    <a:pt x="20847" y="90"/>
                    <a:pt x="20756" y="249"/>
                  </a:cubicBezTo>
                  <a:lnTo>
                    <a:pt x="19936" y="1655"/>
                  </a:lnTo>
                  <a:lnTo>
                    <a:pt x="18246" y="4567"/>
                  </a:lnTo>
                  <a:lnTo>
                    <a:pt x="16388" y="3496"/>
                  </a:lnTo>
                  <a:cubicBezTo>
                    <a:pt x="16307" y="3445"/>
                    <a:pt x="16219" y="3420"/>
                    <a:pt x="16133" y="3420"/>
                  </a:cubicBezTo>
                  <a:cubicBezTo>
                    <a:pt x="15967" y="3420"/>
                    <a:pt x="15806" y="3509"/>
                    <a:pt x="15718" y="3663"/>
                  </a:cubicBezTo>
                  <a:lnTo>
                    <a:pt x="15132" y="4701"/>
                  </a:lnTo>
                  <a:lnTo>
                    <a:pt x="14864" y="4551"/>
                  </a:lnTo>
                  <a:cubicBezTo>
                    <a:pt x="14427" y="4290"/>
                    <a:pt x="13945" y="4167"/>
                    <a:pt x="13469" y="4167"/>
                  </a:cubicBezTo>
                  <a:cubicBezTo>
                    <a:pt x="12506" y="4167"/>
                    <a:pt x="11563" y="4670"/>
                    <a:pt x="11048" y="5555"/>
                  </a:cubicBezTo>
                  <a:lnTo>
                    <a:pt x="771" y="23315"/>
                  </a:lnTo>
                  <a:cubicBezTo>
                    <a:pt x="1" y="24654"/>
                    <a:pt x="452" y="26361"/>
                    <a:pt x="1792" y="27131"/>
                  </a:cubicBezTo>
                  <a:lnTo>
                    <a:pt x="2093" y="27315"/>
                  </a:lnTo>
                  <a:cubicBezTo>
                    <a:pt x="2009" y="27399"/>
                    <a:pt x="1925" y="27482"/>
                    <a:pt x="1875" y="27583"/>
                  </a:cubicBezTo>
                  <a:cubicBezTo>
                    <a:pt x="1507" y="28219"/>
                    <a:pt x="1725" y="29039"/>
                    <a:pt x="2361" y="29407"/>
                  </a:cubicBezTo>
                  <a:lnTo>
                    <a:pt x="3181" y="29876"/>
                  </a:lnTo>
                  <a:cubicBezTo>
                    <a:pt x="3391" y="29998"/>
                    <a:pt x="3620" y="30055"/>
                    <a:pt x="3847" y="30055"/>
                  </a:cubicBezTo>
                  <a:cubicBezTo>
                    <a:pt x="4309" y="30055"/>
                    <a:pt x="4759" y="29817"/>
                    <a:pt x="5005" y="29391"/>
                  </a:cubicBezTo>
                  <a:cubicBezTo>
                    <a:pt x="5072" y="29290"/>
                    <a:pt x="5106" y="29190"/>
                    <a:pt x="5139" y="29073"/>
                  </a:cubicBezTo>
                  <a:lnTo>
                    <a:pt x="10295" y="32052"/>
                  </a:lnTo>
                  <a:cubicBezTo>
                    <a:pt x="10211" y="32136"/>
                    <a:pt x="10127" y="32219"/>
                    <a:pt x="10060" y="32337"/>
                  </a:cubicBezTo>
                  <a:cubicBezTo>
                    <a:pt x="9692" y="32956"/>
                    <a:pt x="9926" y="33776"/>
                    <a:pt x="10546" y="34144"/>
                  </a:cubicBezTo>
                  <a:lnTo>
                    <a:pt x="11383" y="34630"/>
                  </a:lnTo>
                  <a:cubicBezTo>
                    <a:pt x="11593" y="34751"/>
                    <a:pt x="11822" y="34809"/>
                    <a:pt x="12049" y="34809"/>
                  </a:cubicBezTo>
                  <a:cubicBezTo>
                    <a:pt x="12509" y="34809"/>
                    <a:pt x="12955" y="34571"/>
                    <a:pt x="13191" y="34144"/>
                  </a:cubicBezTo>
                  <a:cubicBezTo>
                    <a:pt x="13257" y="34044"/>
                    <a:pt x="13291" y="33927"/>
                    <a:pt x="13324" y="33810"/>
                  </a:cubicBezTo>
                  <a:lnTo>
                    <a:pt x="13626" y="33994"/>
                  </a:lnTo>
                  <a:cubicBezTo>
                    <a:pt x="14068" y="34248"/>
                    <a:pt x="14551" y="34369"/>
                    <a:pt x="15029" y="34369"/>
                  </a:cubicBezTo>
                  <a:cubicBezTo>
                    <a:pt x="15999" y="34369"/>
                    <a:pt x="16943" y="33870"/>
                    <a:pt x="17459" y="32973"/>
                  </a:cubicBezTo>
                  <a:lnTo>
                    <a:pt x="27736" y="15213"/>
                  </a:lnTo>
                  <a:cubicBezTo>
                    <a:pt x="28506" y="13891"/>
                    <a:pt x="28038" y="12167"/>
                    <a:pt x="26715" y="11397"/>
                  </a:cubicBezTo>
                  <a:lnTo>
                    <a:pt x="26447" y="11246"/>
                  </a:lnTo>
                  <a:lnTo>
                    <a:pt x="27050" y="10225"/>
                  </a:lnTo>
                  <a:cubicBezTo>
                    <a:pt x="27184" y="9991"/>
                    <a:pt x="27100" y="9689"/>
                    <a:pt x="26866" y="9555"/>
                  </a:cubicBezTo>
                  <a:lnTo>
                    <a:pt x="25008" y="8484"/>
                  </a:lnTo>
                  <a:lnTo>
                    <a:pt x="26699" y="5572"/>
                  </a:lnTo>
                  <a:lnTo>
                    <a:pt x="27519" y="4149"/>
                  </a:lnTo>
                  <a:cubicBezTo>
                    <a:pt x="27653" y="3915"/>
                    <a:pt x="27569" y="3630"/>
                    <a:pt x="27335" y="3479"/>
                  </a:cubicBezTo>
                  <a:lnTo>
                    <a:pt x="21426" y="65"/>
                  </a:lnTo>
                  <a:cubicBezTo>
                    <a:pt x="21350" y="21"/>
                    <a:pt x="21267" y="1"/>
                    <a:pt x="211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727799" y="3904351"/>
              <a:ext cx="355351" cy="582806"/>
            </a:xfrm>
            <a:custGeom>
              <a:avLst/>
              <a:gdLst/>
              <a:ahLst/>
              <a:cxnLst/>
              <a:rect l="l" t="t" r="r" b="b"/>
              <a:pathLst>
                <a:path w="10897" h="17872" extrusionOk="0">
                  <a:moveTo>
                    <a:pt x="10338" y="1"/>
                  </a:moveTo>
                  <a:cubicBezTo>
                    <a:pt x="10167" y="1"/>
                    <a:pt x="10000" y="90"/>
                    <a:pt x="9909" y="249"/>
                  </a:cubicBezTo>
                  <a:lnTo>
                    <a:pt x="134" y="17138"/>
                  </a:lnTo>
                  <a:cubicBezTo>
                    <a:pt x="0" y="17372"/>
                    <a:pt x="84" y="17674"/>
                    <a:pt x="318" y="17807"/>
                  </a:cubicBezTo>
                  <a:cubicBezTo>
                    <a:pt x="394" y="17851"/>
                    <a:pt x="477" y="17871"/>
                    <a:pt x="559" y="17871"/>
                  </a:cubicBezTo>
                  <a:cubicBezTo>
                    <a:pt x="730" y="17871"/>
                    <a:pt x="897" y="17782"/>
                    <a:pt x="988" y="17623"/>
                  </a:cubicBezTo>
                  <a:lnTo>
                    <a:pt x="10763" y="734"/>
                  </a:lnTo>
                  <a:cubicBezTo>
                    <a:pt x="10897" y="500"/>
                    <a:pt x="10813" y="199"/>
                    <a:pt x="10579" y="65"/>
                  </a:cubicBezTo>
                  <a:cubicBezTo>
                    <a:pt x="10503" y="21"/>
                    <a:pt x="10420" y="1"/>
                    <a:pt x="103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836429" y="3967552"/>
              <a:ext cx="355351" cy="582773"/>
            </a:xfrm>
            <a:custGeom>
              <a:avLst/>
              <a:gdLst/>
              <a:ahLst/>
              <a:cxnLst/>
              <a:rect l="l" t="t" r="r" b="b"/>
              <a:pathLst>
                <a:path w="10897" h="17871" extrusionOk="0">
                  <a:moveTo>
                    <a:pt x="10327" y="0"/>
                  </a:moveTo>
                  <a:cubicBezTo>
                    <a:pt x="10165" y="0"/>
                    <a:pt x="10008" y="82"/>
                    <a:pt x="9909" y="236"/>
                  </a:cubicBezTo>
                  <a:lnTo>
                    <a:pt x="134" y="17125"/>
                  </a:lnTo>
                  <a:cubicBezTo>
                    <a:pt x="0" y="17359"/>
                    <a:pt x="84" y="17661"/>
                    <a:pt x="318" y="17794"/>
                  </a:cubicBezTo>
                  <a:cubicBezTo>
                    <a:pt x="398" y="17846"/>
                    <a:pt x="486" y="17870"/>
                    <a:pt x="573" y="17870"/>
                  </a:cubicBezTo>
                  <a:cubicBezTo>
                    <a:pt x="739" y="17870"/>
                    <a:pt x="900" y="17781"/>
                    <a:pt x="988" y="17627"/>
                  </a:cubicBezTo>
                  <a:lnTo>
                    <a:pt x="10763" y="738"/>
                  </a:lnTo>
                  <a:cubicBezTo>
                    <a:pt x="10897" y="503"/>
                    <a:pt x="10813" y="202"/>
                    <a:pt x="10579" y="68"/>
                  </a:cubicBezTo>
                  <a:cubicBezTo>
                    <a:pt x="10499" y="22"/>
                    <a:pt x="10412" y="0"/>
                    <a:pt x="103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945058" y="4030460"/>
              <a:ext cx="355351" cy="582773"/>
            </a:xfrm>
            <a:custGeom>
              <a:avLst/>
              <a:gdLst/>
              <a:ahLst/>
              <a:cxnLst/>
              <a:rect l="l" t="t" r="r" b="b"/>
              <a:pathLst>
                <a:path w="10897" h="17871" extrusionOk="0">
                  <a:moveTo>
                    <a:pt x="10355" y="0"/>
                  </a:moveTo>
                  <a:cubicBezTo>
                    <a:pt x="10184" y="0"/>
                    <a:pt x="10017" y="90"/>
                    <a:pt x="9926" y="248"/>
                  </a:cubicBezTo>
                  <a:lnTo>
                    <a:pt x="134" y="17138"/>
                  </a:lnTo>
                  <a:cubicBezTo>
                    <a:pt x="0" y="17372"/>
                    <a:pt x="84" y="17673"/>
                    <a:pt x="318" y="17807"/>
                  </a:cubicBezTo>
                  <a:cubicBezTo>
                    <a:pt x="394" y="17850"/>
                    <a:pt x="477" y="17871"/>
                    <a:pt x="559" y="17871"/>
                  </a:cubicBezTo>
                  <a:cubicBezTo>
                    <a:pt x="730" y="17871"/>
                    <a:pt x="897" y="17781"/>
                    <a:pt x="988" y="17623"/>
                  </a:cubicBezTo>
                  <a:lnTo>
                    <a:pt x="10763" y="734"/>
                  </a:lnTo>
                  <a:cubicBezTo>
                    <a:pt x="10897" y="499"/>
                    <a:pt x="10830" y="198"/>
                    <a:pt x="10596" y="64"/>
                  </a:cubicBezTo>
                  <a:cubicBezTo>
                    <a:pt x="10520" y="21"/>
                    <a:pt x="10437" y="0"/>
                    <a:pt x="10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1054209" y="4093237"/>
              <a:ext cx="355384" cy="582773"/>
            </a:xfrm>
            <a:custGeom>
              <a:avLst/>
              <a:gdLst/>
              <a:ahLst/>
              <a:cxnLst/>
              <a:rect l="l" t="t" r="r" b="b"/>
              <a:pathLst>
                <a:path w="10898" h="17871" extrusionOk="0">
                  <a:moveTo>
                    <a:pt x="10339" y="0"/>
                  </a:moveTo>
                  <a:cubicBezTo>
                    <a:pt x="10168" y="0"/>
                    <a:pt x="10001" y="90"/>
                    <a:pt x="9910" y="248"/>
                  </a:cubicBezTo>
                  <a:lnTo>
                    <a:pt x="135" y="17137"/>
                  </a:lnTo>
                  <a:cubicBezTo>
                    <a:pt x="1" y="17372"/>
                    <a:pt x="68" y="17673"/>
                    <a:pt x="302" y="17807"/>
                  </a:cubicBezTo>
                  <a:cubicBezTo>
                    <a:pt x="378" y="17850"/>
                    <a:pt x="461" y="17871"/>
                    <a:pt x="543" y="17871"/>
                  </a:cubicBezTo>
                  <a:cubicBezTo>
                    <a:pt x="714" y="17871"/>
                    <a:pt x="881" y="17781"/>
                    <a:pt x="972" y="17623"/>
                  </a:cubicBezTo>
                  <a:lnTo>
                    <a:pt x="10747" y="734"/>
                  </a:lnTo>
                  <a:cubicBezTo>
                    <a:pt x="10898" y="499"/>
                    <a:pt x="10814" y="198"/>
                    <a:pt x="10580" y="64"/>
                  </a:cubicBezTo>
                  <a:cubicBezTo>
                    <a:pt x="10504" y="21"/>
                    <a:pt x="10421" y="0"/>
                    <a:pt x="103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13"/>
          <p:cNvSpPr txBox="1">
            <a:spLocks noGrp="1"/>
          </p:cNvSpPr>
          <p:nvPr>
            <p:ph type="title"/>
          </p:nvPr>
        </p:nvSpPr>
        <p:spPr>
          <a:xfrm>
            <a:off x="907200" y="684000"/>
            <a:ext cx="2343600" cy="547200"/>
          </a:xfrm>
          <a:prstGeom prst="rect">
            <a:avLst/>
          </a:prstGeom>
        </p:spPr>
        <p:txBody>
          <a:bodyPr spcFirstLastPara="1" wrap="square" lIns="91425" tIns="91425" rIns="91425" bIns="91425" anchor="t" anchorCtr="0">
            <a:normAutofit/>
          </a:bodyPr>
          <a:lstStyle>
            <a:lvl1pPr lvl="0" algn="ctr">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a:endParaRPr/>
          </a:p>
        </p:txBody>
      </p:sp>
      <p:sp>
        <p:nvSpPr>
          <p:cNvPr id="70" name="Google Shape;70;p13"/>
          <p:cNvSpPr txBox="1">
            <a:spLocks noGrp="1"/>
          </p:cNvSpPr>
          <p:nvPr>
            <p:ph type="subTitle" idx="1"/>
          </p:nvPr>
        </p:nvSpPr>
        <p:spPr>
          <a:xfrm>
            <a:off x="4082700" y="500475"/>
            <a:ext cx="4809600" cy="442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1pPr>
            <a:lvl2pPr lvl="1">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2pPr>
            <a:lvl3pPr lvl="2">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3pPr>
            <a:lvl4pPr lvl="3">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4pPr>
            <a:lvl5pPr lvl="4">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5pPr>
            <a:lvl6pPr lvl="5">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6pPr>
            <a:lvl7pPr lvl="6">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7pPr>
            <a:lvl8pPr lvl="7">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8pPr>
            <a:lvl9pPr lvl="8">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9pPr>
          </a:lstStyle>
          <a:p>
            <a:endParaRPr/>
          </a:p>
        </p:txBody>
      </p:sp>
      <p:sp>
        <p:nvSpPr>
          <p:cNvPr id="71" name="Google Shape;71;p13"/>
          <p:cNvSpPr txBox="1">
            <a:spLocks noGrp="1"/>
          </p:cNvSpPr>
          <p:nvPr>
            <p:ph type="body" idx="2"/>
          </p:nvPr>
        </p:nvSpPr>
        <p:spPr>
          <a:xfrm>
            <a:off x="4082700" y="943275"/>
            <a:ext cx="4809600" cy="705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2" name="Google Shape;72;p13"/>
          <p:cNvSpPr txBox="1">
            <a:spLocks noGrp="1"/>
          </p:cNvSpPr>
          <p:nvPr>
            <p:ph type="subTitle" idx="3"/>
          </p:nvPr>
        </p:nvSpPr>
        <p:spPr>
          <a:xfrm>
            <a:off x="4082700" y="1997550"/>
            <a:ext cx="4809600" cy="442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1pPr>
            <a:lvl2pPr lvl="1">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2pPr>
            <a:lvl3pPr lvl="2">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3pPr>
            <a:lvl4pPr lvl="3">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4pPr>
            <a:lvl5pPr lvl="4">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5pPr>
            <a:lvl6pPr lvl="5">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6pPr>
            <a:lvl7pPr lvl="6">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7pPr>
            <a:lvl8pPr lvl="7">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8pPr>
            <a:lvl9pPr lvl="8">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9pPr>
          </a:lstStyle>
          <a:p>
            <a:endParaRPr/>
          </a:p>
        </p:txBody>
      </p:sp>
      <p:sp>
        <p:nvSpPr>
          <p:cNvPr id="73" name="Google Shape;73;p13"/>
          <p:cNvSpPr txBox="1">
            <a:spLocks noGrp="1"/>
          </p:cNvSpPr>
          <p:nvPr>
            <p:ph type="body" idx="4"/>
          </p:nvPr>
        </p:nvSpPr>
        <p:spPr>
          <a:xfrm>
            <a:off x="4082700" y="2440350"/>
            <a:ext cx="4809600" cy="705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4" name="Google Shape;74;p13"/>
          <p:cNvSpPr txBox="1">
            <a:spLocks noGrp="1"/>
          </p:cNvSpPr>
          <p:nvPr>
            <p:ph type="subTitle" idx="5"/>
          </p:nvPr>
        </p:nvSpPr>
        <p:spPr>
          <a:xfrm>
            <a:off x="4082700" y="3532925"/>
            <a:ext cx="4809600" cy="442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1pPr>
            <a:lvl2pPr lvl="1">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2pPr>
            <a:lvl3pPr lvl="2">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3pPr>
            <a:lvl4pPr lvl="3">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4pPr>
            <a:lvl5pPr lvl="4">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5pPr>
            <a:lvl6pPr lvl="5">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6pPr>
            <a:lvl7pPr lvl="6">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7pPr>
            <a:lvl8pPr lvl="7">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8pPr>
            <a:lvl9pPr lvl="8">
              <a:lnSpc>
                <a:spcPct val="100000"/>
              </a:lnSpc>
              <a:spcBef>
                <a:spcPts val="0"/>
              </a:spcBef>
              <a:spcAft>
                <a:spcPts val="0"/>
              </a:spcAft>
              <a:buClr>
                <a:schemeClr val="dk1"/>
              </a:buClr>
              <a:buSzPts val="1400"/>
              <a:buFont typeface="DM Sans SemiBold"/>
              <a:buNone/>
              <a:defRPr sz="1400">
                <a:solidFill>
                  <a:schemeClr val="dk1"/>
                </a:solidFill>
                <a:latin typeface="DM Sans SemiBold"/>
                <a:ea typeface="DM Sans SemiBold"/>
                <a:cs typeface="DM Sans SemiBold"/>
                <a:sym typeface="DM Sans SemiBold"/>
              </a:defRPr>
            </a:lvl9pPr>
          </a:lstStyle>
          <a:p>
            <a:endParaRPr/>
          </a:p>
        </p:txBody>
      </p:sp>
      <p:sp>
        <p:nvSpPr>
          <p:cNvPr id="75" name="Google Shape;75;p13"/>
          <p:cNvSpPr txBox="1">
            <a:spLocks noGrp="1"/>
          </p:cNvSpPr>
          <p:nvPr>
            <p:ph type="body" idx="6"/>
          </p:nvPr>
        </p:nvSpPr>
        <p:spPr>
          <a:xfrm>
            <a:off x="4082700" y="3975725"/>
            <a:ext cx="4809600" cy="705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With Bullet Points v2">
  <p:cSld name="TITLE_AND_BODY_1_3_1_1">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3531375" y="445025"/>
            <a:ext cx="5106900" cy="5034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78" name="Google Shape;78;p14"/>
          <p:cNvSpPr txBox="1">
            <a:spLocks noGrp="1"/>
          </p:cNvSpPr>
          <p:nvPr>
            <p:ph type="sldNum" idx="12"/>
          </p:nvPr>
        </p:nvSpPr>
        <p:spPr>
          <a:xfrm>
            <a:off x="7999953" y="4663224"/>
            <a:ext cx="5778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79" name="Google Shape;79;p14"/>
          <p:cNvSpPr txBox="1">
            <a:spLocks noGrp="1"/>
          </p:cNvSpPr>
          <p:nvPr>
            <p:ph type="body" idx="1"/>
          </p:nvPr>
        </p:nvSpPr>
        <p:spPr>
          <a:xfrm>
            <a:off x="3531375" y="1077925"/>
            <a:ext cx="5106900" cy="32805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accent1"/>
              </a:buClr>
              <a:buSzPts val="1800"/>
              <a:buChar char="✓"/>
              <a:defRPr/>
            </a:lvl1pPr>
            <a:lvl2pPr marL="914400" lvl="1" indent="-317500">
              <a:spcBef>
                <a:spcPts val="0"/>
              </a:spcBef>
              <a:spcAft>
                <a:spcPts val="0"/>
              </a:spcAft>
              <a:buClr>
                <a:schemeClr val="accent1"/>
              </a:buClr>
              <a:buSzPts val="1400"/>
              <a:buChar char="✓"/>
              <a:defRPr/>
            </a:lvl2pPr>
            <a:lvl3pPr marL="1371600" lvl="2" indent="-317500">
              <a:spcBef>
                <a:spcPts val="0"/>
              </a:spcBef>
              <a:spcAft>
                <a:spcPts val="0"/>
              </a:spcAft>
              <a:buClr>
                <a:schemeClr val="accent1"/>
              </a:buClr>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0" name="Google Shape;80;p14"/>
          <p:cNvSpPr/>
          <p:nvPr/>
        </p:nvSpPr>
        <p:spPr>
          <a:xfrm>
            <a:off x="1562850" y="3136675"/>
            <a:ext cx="2701800" cy="2701800"/>
          </a:xfrm>
          <a:prstGeom prst="plus">
            <a:avLst>
              <a:gd name="adj" fmla="val 34849"/>
            </a:avLst>
          </a:prstGeom>
          <a:solidFill>
            <a:srgbClr val="E2E8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a:spLocks noGrp="1"/>
          </p:cNvSpPr>
          <p:nvPr>
            <p:ph type="pic" idx="2"/>
          </p:nvPr>
        </p:nvSpPr>
        <p:spPr>
          <a:xfrm>
            <a:off x="496050" y="571500"/>
            <a:ext cx="2300400" cy="40005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With Paragraph v2 - Image">
  <p:cSld name="TITLE_AND_BODY_1_3_1_2">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84" name="Google Shape;84;p15"/>
          <p:cNvSpPr txBox="1">
            <a:spLocks noGrp="1"/>
          </p:cNvSpPr>
          <p:nvPr>
            <p:ph type="sldNum" idx="12"/>
          </p:nvPr>
        </p:nvSpPr>
        <p:spPr>
          <a:xfrm>
            <a:off x="7999953" y="4663224"/>
            <a:ext cx="5778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85" name="Google Shape;85;p15"/>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accent1"/>
              </a:buClr>
              <a:buSzPts val="1800"/>
              <a:buChar char="✓"/>
              <a:defRPr/>
            </a:lvl1pPr>
            <a:lvl2pPr marL="914400" lvl="1" indent="-317500">
              <a:spcBef>
                <a:spcPts val="0"/>
              </a:spcBef>
              <a:spcAft>
                <a:spcPts val="0"/>
              </a:spcAft>
              <a:buClr>
                <a:schemeClr val="accent1"/>
              </a:buClr>
              <a:buSzPts val="1400"/>
              <a:buChar char="✓"/>
              <a:defRPr/>
            </a:lvl2pPr>
            <a:lvl3pPr marL="1371600" lvl="2" indent="-317500">
              <a:spcBef>
                <a:spcPts val="0"/>
              </a:spcBef>
              <a:spcAft>
                <a:spcPts val="0"/>
              </a:spcAft>
              <a:buClr>
                <a:schemeClr val="accent1"/>
              </a:buClr>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6" name="Google Shape;86;p15"/>
          <p:cNvSpPr/>
          <p:nvPr/>
        </p:nvSpPr>
        <p:spPr>
          <a:xfrm>
            <a:off x="5138125" y="2908075"/>
            <a:ext cx="2701800" cy="2701800"/>
          </a:xfrm>
          <a:prstGeom prst="plus">
            <a:avLst>
              <a:gd name="adj" fmla="val 34849"/>
            </a:avLst>
          </a:prstGeom>
          <a:solidFill>
            <a:srgbClr val="E2E8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a:spLocks noGrp="1"/>
          </p:cNvSpPr>
          <p:nvPr>
            <p:ph type="pic" idx="2"/>
          </p:nvPr>
        </p:nvSpPr>
        <p:spPr>
          <a:xfrm>
            <a:off x="5870827" y="571500"/>
            <a:ext cx="2701800" cy="4000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With Bullet Points v1">
  <p:cSld name="TITLE_AND_BODY_1_3_1_3">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566250" y="445025"/>
            <a:ext cx="4093500" cy="3936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90" name="Google Shape;90;p16"/>
          <p:cNvSpPr txBox="1">
            <a:spLocks noGrp="1"/>
          </p:cNvSpPr>
          <p:nvPr>
            <p:ph type="sldNum" idx="12"/>
          </p:nvPr>
        </p:nvSpPr>
        <p:spPr>
          <a:xfrm>
            <a:off x="7999953" y="4663224"/>
            <a:ext cx="5778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91" name="Google Shape;91;p16"/>
          <p:cNvSpPr txBox="1">
            <a:spLocks noGrp="1"/>
          </p:cNvSpPr>
          <p:nvPr>
            <p:ph type="body" idx="1"/>
          </p:nvPr>
        </p:nvSpPr>
        <p:spPr>
          <a:xfrm>
            <a:off x="566250" y="1149575"/>
            <a:ext cx="4093500" cy="351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accent1"/>
              </a:buClr>
              <a:buSzPts val="1800"/>
              <a:buChar char="✓"/>
              <a:defRPr/>
            </a:lvl1pPr>
            <a:lvl2pPr marL="914400" lvl="1" indent="-317500">
              <a:spcBef>
                <a:spcPts val="0"/>
              </a:spcBef>
              <a:spcAft>
                <a:spcPts val="0"/>
              </a:spcAft>
              <a:buClr>
                <a:schemeClr val="accent1"/>
              </a:buClr>
              <a:buSzPts val="1400"/>
              <a:buChar char="✓"/>
              <a:defRPr/>
            </a:lvl2pPr>
            <a:lvl3pPr marL="1371600" lvl="2" indent="-317500">
              <a:spcBef>
                <a:spcPts val="0"/>
              </a:spcBef>
              <a:spcAft>
                <a:spcPts val="0"/>
              </a:spcAft>
              <a:buClr>
                <a:schemeClr val="accent1"/>
              </a:buClr>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2" name="Google Shape;92;p16"/>
          <p:cNvSpPr/>
          <p:nvPr/>
        </p:nvSpPr>
        <p:spPr>
          <a:xfrm>
            <a:off x="5138125" y="2908075"/>
            <a:ext cx="2701800" cy="2701800"/>
          </a:xfrm>
          <a:prstGeom prst="plus">
            <a:avLst>
              <a:gd name="adj" fmla="val 34849"/>
            </a:avLst>
          </a:prstGeom>
          <a:solidFill>
            <a:srgbClr val="E2E8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6"/>
          <p:cNvSpPr>
            <a:spLocks noGrp="1"/>
          </p:cNvSpPr>
          <p:nvPr>
            <p:ph type="pic" idx="2"/>
          </p:nvPr>
        </p:nvSpPr>
        <p:spPr>
          <a:xfrm>
            <a:off x="5794650" y="571500"/>
            <a:ext cx="2778000" cy="40005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91350"/>
            <a:ext cx="8520600" cy="6261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Lato" panose="020F0502020204030203"/>
              <a:buChar char="●"/>
              <a:defRPr sz="1800">
                <a:solidFill>
                  <a:schemeClr val="dk2"/>
                </a:solidFill>
                <a:latin typeface="Lato" panose="020F0502020204030203"/>
                <a:ea typeface="Lato" panose="020F0502020204030203"/>
                <a:cs typeface="Lato" panose="020F0502020204030203"/>
                <a:sym typeface="Lato" panose="020F0502020204030203"/>
              </a:defRPr>
            </a:lvl1pPr>
            <a:lvl2pPr marL="914400" lvl="1"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2pPr>
            <a:lvl3pPr marL="1371600" lvl="2"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3pPr>
            <a:lvl4pPr marL="1828800" lvl="3"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4pPr>
            <a:lvl5pPr marL="2286000" lvl="4"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5pPr>
            <a:lvl6pPr marL="2743200" lvl="5"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6pPr>
            <a:lvl7pPr marL="3200400" lvl="6"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7pPr>
            <a:lvl8pPr marL="3657600" lvl="7"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8pPr>
            <a:lvl9pPr marL="4114800" lvl="8" indent="-317500">
              <a:lnSpc>
                <a:spcPct val="115000"/>
              </a:lnSpc>
              <a:spcBef>
                <a:spcPts val="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Lato" panose="020F0502020204030203"/>
                <a:ea typeface="Lato" panose="020F0502020204030203"/>
                <a:cs typeface="Lato" panose="020F0502020204030203"/>
                <a:sym typeface="Lato" panose="020F0502020204030203"/>
              </a:defRPr>
            </a:lvl1pPr>
            <a:lvl2pPr lvl="1" algn="r">
              <a:buNone/>
              <a:defRPr sz="1000">
                <a:solidFill>
                  <a:schemeClr val="dk2"/>
                </a:solidFill>
                <a:latin typeface="Lato" panose="020F0502020204030203"/>
                <a:ea typeface="Lato" panose="020F0502020204030203"/>
                <a:cs typeface="Lato" panose="020F0502020204030203"/>
                <a:sym typeface="Lato" panose="020F0502020204030203"/>
              </a:defRPr>
            </a:lvl2pPr>
            <a:lvl3pPr lvl="2" algn="r">
              <a:buNone/>
              <a:defRPr sz="1000">
                <a:solidFill>
                  <a:schemeClr val="dk2"/>
                </a:solidFill>
                <a:latin typeface="Lato" panose="020F0502020204030203"/>
                <a:ea typeface="Lato" panose="020F0502020204030203"/>
                <a:cs typeface="Lato" panose="020F0502020204030203"/>
                <a:sym typeface="Lato" panose="020F0502020204030203"/>
              </a:defRPr>
            </a:lvl3pPr>
            <a:lvl4pPr lvl="3" algn="r">
              <a:buNone/>
              <a:defRPr sz="1000">
                <a:solidFill>
                  <a:schemeClr val="dk2"/>
                </a:solidFill>
                <a:latin typeface="Lato" panose="020F0502020204030203"/>
                <a:ea typeface="Lato" panose="020F0502020204030203"/>
                <a:cs typeface="Lato" panose="020F0502020204030203"/>
                <a:sym typeface="Lato" panose="020F0502020204030203"/>
              </a:defRPr>
            </a:lvl4pPr>
            <a:lvl5pPr lvl="4" algn="r">
              <a:buNone/>
              <a:defRPr sz="1000">
                <a:solidFill>
                  <a:schemeClr val="dk2"/>
                </a:solidFill>
                <a:latin typeface="Lato" panose="020F0502020204030203"/>
                <a:ea typeface="Lato" panose="020F0502020204030203"/>
                <a:cs typeface="Lato" panose="020F0502020204030203"/>
                <a:sym typeface="Lato" panose="020F0502020204030203"/>
              </a:defRPr>
            </a:lvl5pPr>
            <a:lvl6pPr lvl="5" algn="r">
              <a:buNone/>
              <a:defRPr sz="1000">
                <a:solidFill>
                  <a:schemeClr val="dk2"/>
                </a:solidFill>
                <a:latin typeface="Lato" panose="020F0502020204030203"/>
                <a:ea typeface="Lato" panose="020F0502020204030203"/>
                <a:cs typeface="Lato" panose="020F0502020204030203"/>
                <a:sym typeface="Lato" panose="020F0502020204030203"/>
              </a:defRPr>
            </a:lvl6pPr>
            <a:lvl7pPr lvl="6" algn="r">
              <a:buNone/>
              <a:defRPr sz="1000">
                <a:solidFill>
                  <a:schemeClr val="dk2"/>
                </a:solidFill>
                <a:latin typeface="Lato" panose="020F0502020204030203"/>
                <a:ea typeface="Lato" panose="020F0502020204030203"/>
                <a:cs typeface="Lato" panose="020F0502020204030203"/>
                <a:sym typeface="Lato" panose="020F0502020204030203"/>
              </a:defRPr>
            </a:lvl7pPr>
            <a:lvl8pPr lvl="7" algn="r">
              <a:buNone/>
              <a:defRPr sz="1000">
                <a:solidFill>
                  <a:schemeClr val="dk2"/>
                </a:solidFill>
                <a:latin typeface="Lato" panose="020F0502020204030203"/>
                <a:ea typeface="Lato" panose="020F0502020204030203"/>
                <a:cs typeface="Lato" panose="020F0502020204030203"/>
                <a:sym typeface="Lato" panose="020F0502020204030203"/>
              </a:defRPr>
            </a:lvl8pPr>
            <a:lvl9pPr lvl="8" algn="r">
              <a:buNone/>
              <a:defRPr sz="1000">
                <a:solidFill>
                  <a:schemeClr val="dk2"/>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ctrTitle"/>
          </p:nvPr>
        </p:nvSpPr>
        <p:spPr>
          <a:xfrm>
            <a:off x="2968097" y="1097616"/>
            <a:ext cx="3207806" cy="1123434"/>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IN" dirty="0"/>
              <a:t>EDUCOMPILER</a:t>
            </a:r>
            <a:endParaRPr dirty="0"/>
          </a:p>
        </p:txBody>
      </p:sp>
      <p:sp>
        <p:nvSpPr>
          <p:cNvPr id="99" name="Google Shape;99;p17"/>
          <p:cNvSpPr txBox="1">
            <a:spLocks noGrp="1"/>
          </p:cNvSpPr>
          <p:nvPr>
            <p:ph type="subTitle" idx="1"/>
          </p:nvPr>
        </p:nvSpPr>
        <p:spPr>
          <a:xfrm>
            <a:off x="3096300" y="2221050"/>
            <a:ext cx="2951400" cy="701400"/>
          </a:xfrm>
          <a:prstGeom prst="rect">
            <a:avLst/>
          </a:prstGeom>
        </p:spPr>
        <p:txBody>
          <a:bodyPr spcFirstLastPara="1" wrap="square" lIns="91425" tIns="91425" rIns="91425" bIns="91425" anchor="b" anchorCtr="0">
            <a:normAutofit fontScale="92500"/>
          </a:bodyPr>
          <a:lstStyle/>
          <a:p>
            <a:pPr marL="0" lvl="0" indent="0" algn="ctr" rtl="0">
              <a:spcBef>
                <a:spcPts val="0"/>
              </a:spcBef>
              <a:spcAft>
                <a:spcPts val="0"/>
              </a:spcAft>
              <a:buNone/>
            </a:pPr>
            <a:r>
              <a:rPr lang="en-IN" dirty="0"/>
              <a:t>Simulator for Exploring Different Phases of Compiler</a:t>
            </a:r>
            <a:endParaRPr dirty="0"/>
          </a:p>
        </p:txBody>
      </p:sp>
      <p:sp>
        <p:nvSpPr>
          <p:cNvPr id="2" name="TextBox 1">
            <a:extLst>
              <a:ext uri="{FF2B5EF4-FFF2-40B4-BE49-F238E27FC236}">
                <a16:creationId xmlns:a16="http://schemas.microsoft.com/office/drawing/2014/main" id="{8B45D579-D66A-4597-EA3F-479185650D47}"/>
              </a:ext>
            </a:extLst>
          </p:cNvPr>
          <p:cNvSpPr txBox="1"/>
          <p:nvPr/>
        </p:nvSpPr>
        <p:spPr>
          <a:xfrm>
            <a:off x="3141863" y="2975152"/>
            <a:ext cx="2860274" cy="738664"/>
          </a:xfrm>
          <a:prstGeom prst="rect">
            <a:avLst/>
          </a:prstGeom>
          <a:noFill/>
        </p:spPr>
        <p:txBody>
          <a:bodyPr wrap="square" rtlCol="0">
            <a:spAutoFit/>
          </a:bodyPr>
          <a:lstStyle/>
          <a:p>
            <a:r>
              <a:rPr lang="en-IN" dirty="0">
                <a:solidFill>
                  <a:schemeClr val="bg1"/>
                </a:solidFill>
                <a:latin typeface="Playfair Display" panose="00000500000000000000" pitchFamily="2" charset="0"/>
              </a:rPr>
              <a:t>By:</a:t>
            </a:r>
          </a:p>
          <a:p>
            <a:r>
              <a:rPr lang="en-IN" dirty="0">
                <a:solidFill>
                  <a:schemeClr val="bg1"/>
                </a:solidFill>
                <a:latin typeface="Playfair Display" panose="00000500000000000000" pitchFamily="2" charset="0"/>
              </a:rPr>
              <a:t>Team Name: </a:t>
            </a:r>
            <a:r>
              <a:rPr lang="en-IN" dirty="0" err="1">
                <a:solidFill>
                  <a:schemeClr val="bg1"/>
                </a:solidFill>
                <a:latin typeface="Playfair Display" panose="00000500000000000000" pitchFamily="2" charset="0"/>
              </a:rPr>
              <a:t>TechFreaks</a:t>
            </a:r>
            <a:endParaRPr lang="en-IN" dirty="0">
              <a:solidFill>
                <a:schemeClr val="bg1"/>
              </a:solidFill>
              <a:latin typeface="Playfair Display" panose="00000500000000000000" pitchFamily="2" charset="0"/>
            </a:endParaRPr>
          </a:p>
          <a:p>
            <a:r>
              <a:rPr lang="en-IN" dirty="0">
                <a:solidFill>
                  <a:schemeClr val="bg1"/>
                </a:solidFill>
                <a:latin typeface="Playfair Display" panose="00000500000000000000" pitchFamily="2" charset="0"/>
              </a:rPr>
              <a:t>Team Id : CD-VI-T083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251700" y="305067"/>
            <a:ext cx="3472646" cy="1699931"/>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t>Introduction to the Compiler Phase Simulator</a:t>
            </a:r>
          </a:p>
        </p:txBody>
      </p:sp>
      <p:sp>
        <p:nvSpPr>
          <p:cNvPr id="105" name="Google Shape;105;p18"/>
          <p:cNvSpPr txBox="1">
            <a:spLocks noGrp="1"/>
          </p:cNvSpPr>
          <p:nvPr>
            <p:ph type="subTitle" idx="1"/>
          </p:nvPr>
        </p:nvSpPr>
        <p:spPr>
          <a:xfrm>
            <a:off x="4082700" y="328302"/>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Language used:</a:t>
            </a:r>
          </a:p>
        </p:txBody>
      </p:sp>
      <p:sp>
        <p:nvSpPr>
          <p:cNvPr id="106" name="Google Shape;106;p18"/>
          <p:cNvSpPr txBox="1">
            <a:spLocks noGrp="1"/>
          </p:cNvSpPr>
          <p:nvPr>
            <p:ph type="body" idx="2"/>
          </p:nvPr>
        </p:nvSpPr>
        <p:spPr>
          <a:xfrm>
            <a:off x="4051767" y="641825"/>
            <a:ext cx="4749066" cy="1026416"/>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Implementation language :- C++</a:t>
            </a:r>
          </a:p>
          <a:p>
            <a:pPr marL="0" lvl="0" indent="0" algn="l" rtl="0">
              <a:lnSpc>
                <a:spcPct val="100000"/>
              </a:lnSpc>
              <a:spcBef>
                <a:spcPts val="0"/>
              </a:spcBef>
              <a:spcAft>
                <a:spcPts val="1200"/>
              </a:spcAft>
              <a:buNone/>
            </a:pPr>
            <a:r>
              <a:rPr lang="en-US" sz="1400" dirty="0"/>
              <a:t>Chosen for its performance efficiency and close-to-hardware control, ideal for system-level simulation.</a:t>
            </a:r>
            <a:endParaRPr lang="en-GB" sz="1400" dirty="0"/>
          </a:p>
        </p:txBody>
      </p:sp>
      <p:sp>
        <p:nvSpPr>
          <p:cNvPr id="107" name="Google Shape;107;p18"/>
          <p:cNvSpPr txBox="1">
            <a:spLocks noGrp="1"/>
          </p:cNvSpPr>
          <p:nvPr>
            <p:ph type="subTitle" idx="3"/>
          </p:nvPr>
        </p:nvSpPr>
        <p:spPr>
          <a:xfrm>
            <a:off x="4082700" y="1818119"/>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Objective:</a:t>
            </a:r>
          </a:p>
        </p:txBody>
      </p:sp>
      <p:sp>
        <p:nvSpPr>
          <p:cNvPr id="108" name="Google Shape;108;p18"/>
          <p:cNvSpPr txBox="1">
            <a:spLocks noGrp="1"/>
          </p:cNvSpPr>
          <p:nvPr>
            <p:ph type="body" idx="4"/>
          </p:nvPr>
        </p:nvSpPr>
        <p:spPr>
          <a:xfrm>
            <a:off x="4051767" y="2039519"/>
            <a:ext cx="4994991" cy="1425406"/>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Focus on enhancing understanding of compiler design</a:t>
            </a:r>
          </a:p>
          <a:p>
            <a:pPr marL="0" lvl="0" indent="0" algn="l" rtl="0">
              <a:lnSpc>
                <a:spcPct val="100000"/>
              </a:lnSpc>
              <a:spcBef>
                <a:spcPts val="0"/>
              </a:spcBef>
              <a:spcAft>
                <a:spcPts val="1200"/>
              </a:spcAft>
              <a:buNone/>
            </a:pPr>
            <a:r>
              <a:rPr lang="en-US" sz="1400" dirty="0"/>
              <a:t>Aims to provide learners with practical insights into how different compiler phases function.</a:t>
            </a:r>
            <a:endParaRPr lang="en-GB" sz="1400" dirty="0"/>
          </a:p>
        </p:txBody>
      </p:sp>
      <p:sp>
        <p:nvSpPr>
          <p:cNvPr id="109" name="Google Shape;109;p18"/>
          <p:cNvSpPr txBox="1">
            <a:spLocks noGrp="1"/>
          </p:cNvSpPr>
          <p:nvPr>
            <p:ph type="subTitle" idx="5"/>
          </p:nvPr>
        </p:nvSpPr>
        <p:spPr>
          <a:xfrm>
            <a:off x="4082700" y="3298017"/>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Features:</a:t>
            </a:r>
          </a:p>
        </p:txBody>
      </p:sp>
      <p:sp>
        <p:nvSpPr>
          <p:cNvPr id="110" name="Google Shape;110;p18"/>
          <p:cNvSpPr txBox="1">
            <a:spLocks noGrp="1"/>
          </p:cNvSpPr>
          <p:nvPr>
            <p:ph type="body" idx="6"/>
          </p:nvPr>
        </p:nvSpPr>
        <p:spPr>
          <a:xfrm>
            <a:off x="4082700" y="3675643"/>
            <a:ext cx="4809600" cy="1108272"/>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Interactive exploration of compiler phases</a:t>
            </a:r>
          </a:p>
          <a:p>
            <a:pPr marL="0" lvl="0" indent="0" algn="l" rtl="0">
              <a:lnSpc>
                <a:spcPct val="100000"/>
              </a:lnSpc>
              <a:spcBef>
                <a:spcPts val="0"/>
              </a:spcBef>
              <a:spcAft>
                <a:spcPts val="1200"/>
              </a:spcAft>
              <a:buNone/>
            </a:pPr>
            <a:r>
              <a:rPr lang="en-US" sz="1400" dirty="0"/>
              <a:t>Users can simulate and observe each phase, encouraging active learning through hands-on experimentation.</a:t>
            </a: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9F1858A-44DC-3D41-932B-D9E2C07A5F70}"/>
            </a:ext>
          </a:extLst>
        </p:cNvPr>
        <p:cNvGrpSpPr/>
        <p:nvPr/>
      </p:nvGrpSpPr>
      <p:grpSpPr>
        <a:xfrm>
          <a:off x="0" y="0"/>
          <a:ext cx="0" cy="0"/>
          <a:chOff x="0" y="0"/>
          <a:chExt cx="0" cy="0"/>
        </a:xfrm>
      </p:grpSpPr>
      <p:sp>
        <p:nvSpPr>
          <p:cNvPr id="104" name="Google Shape;104;p18">
            <a:extLst>
              <a:ext uri="{FF2B5EF4-FFF2-40B4-BE49-F238E27FC236}">
                <a16:creationId xmlns:a16="http://schemas.microsoft.com/office/drawing/2014/main" id="{0545A5B4-CC7B-C3BA-AD3F-2DF07851A411}"/>
              </a:ext>
            </a:extLst>
          </p:cNvPr>
          <p:cNvSpPr txBox="1">
            <a:spLocks noGrp="1"/>
          </p:cNvSpPr>
          <p:nvPr>
            <p:ph type="title"/>
          </p:nvPr>
        </p:nvSpPr>
        <p:spPr>
          <a:xfrm>
            <a:off x="251700" y="328302"/>
            <a:ext cx="3398466" cy="171121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t>Roles </a:t>
            </a:r>
            <a:br>
              <a:rPr lang="en-GB" dirty="0"/>
            </a:br>
            <a:r>
              <a:rPr lang="en-GB" dirty="0"/>
              <a:t>and Responsibilities</a:t>
            </a:r>
          </a:p>
        </p:txBody>
      </p:sp>
      <p:sp>
        <p:nvSpPr>
          <p:cNvPr id="105" name="Google Shape;105;p18">
            <a:extLst>
              <a:ext uri="{FF2B5EF4-FFF2-40B4-BE49-F238E27FC236}">
                <a16:creationId xmlns:a16="http://schemas.microsoft.com/office/drawing/2014/main" id="{C4602F3F-FAD8-9C0C-C8D4-223B1B70FBBA}"/>
              </a:ext>
            </a:extLst>
          </p:cNvPr>
          <p:cNvSpPr txBox="1">
            <a:spLocks noGrp="1"/>
          </p:cNvSpPr>
          <p:nvPr>
            <p:ph type="subTitle" idx="1"/>
          </p:nvPr>
        </p:nvSpPr>
        <p:spPr>
          <a:xfrm>
            <a:off x="4082700" y="328302"/>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Language used:</a:t>
            </a:r>
          </a:p>
        </p:txBody>
      </p:sp>
      <p:sp>
        <p:nvSpPr>
          <p:cNvPr id="106" name="Google Shape;106;p18">
            <a:extLst>
              <a:ext uri="{FF2B5EF4-FFF2-40B4-BE49-F238E27FC236}">
                <a16:creationId xmlns:a16="http://schemas.microsoft.com/office/drawing/2014/main" id="{B404A9EB-8BDC-D62D-F73A-BAFFA10CBB60}"/>
              </a:ext>
            </a:extLst>
          </p:cNvPr>
          <p:cNvSpPr txBox="1">
            <a:spLocks noGrp="1"/>
          </p:cNvSpPr>
          <p:nvPr>
            <p:ph type="body" idx="2"/>
          </p:nvPr>
        </p:nvSpPr>
        <p:spPr>
          <a:xfrm>
            <a:off x="4051767" y="641825"/>
            <a:ext cx="4749066" cy="1026416"/>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Implementation language :- C++</a:t>
            </a:r>
          </a:p>
          <a:p>
            <a:pPr marL="0" lvl="0" indent="0" algn="l" rtl="0">
              <a:lnSpc>
                <a:spcPct val="100000"/>
              </a:lnSpc>
              <a:spcBef>
                <a:spcPts val="0"/>
              </a:spcBef>
              <a:spcAft>
                <a:spcPts val="1200"/>
              </a:spcAft>
              <a:buNone/>
            </a:pPr>
            <a:r>
              <a:rPr lang="en-US" sz="1400" dirty="0"/>
              <a:t>Chosen for its performance efficiency and close-to-hardware control, ideal for system-level simulation.</a:t>
            </a:r>
            <a:endParaRPr lang="en-GB" sz="1400" dirty="0"/>
          </a:p>
        </p:txBody>
      </p:sp>
      <p:sp>
        <p:nvSpPr>
          <p:cNvPr id="107" name="Google Shape;107;p18">
            <a:extLst>
              <a:ext uri="{FF2B5EF4-FFF2-40B4-BE49-F238E27FC236}">
                <a16:creationId xmlns:a16="http://schemas.microsoft.com/office/drawing/2014/main" id="{F2A8358A-B260-CA54-B6DA-4E434E3C18D1}"/>
              </a:ext>
            </a:extLst>
          </p:cNvPr>
          <p:cNvSpPr txBox="1">
            <a:spLocks noGrp="1"/>
          </p:cNvSpPr>
          <p:nvPr>
            <p:ph type="subTitle" idx="3"/>
          </p:nvPr>
        </p:nvSpPr>
        <p:spPr>
          <a:xfrm>
            <a:off x="4082700" y="1818119"/>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Objective:</a:t>
            </a:r>
          </a:p>
        </p:txBody>
      </p:sp>
      <p:sp>
        <p:nvSpPr>
          <p:cNvPr id="108" name="Google Shape;108;p18">
            <a:extLst>
              <a:ext uri="{FF2B5EF4-FFF2-40B4-BE49-F238E27FC236}">
                <a16:creationId xmlns:a16="http://schemas.microsoft.com/office/drawing/2014/main" id="{13958008-BD0C-E6D9-9424-B9C2F42B3008}"/>
              </a:ext>
            </a:extLst>
          </p:cNvPr>
          <p:cNvSpPr txBox="1">
            <a:spLocks noGrp="1"/>
          </p:cNvSpPr>
          <p:nvPr>
            <p:ph type="body" idx="4"/>
          </p:nvPr>
        </p:nvSpPr>
        <p:spPr>
          <a:xfrm>
            <a:off x="4051767" y="2039519"/>
            <a:ext cx="4994991" cy="1425406"/>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Focus on enhancing understanding of compiler design</a:t>
            </a:r>
          </a:p>
          <a:p>
            <a:pPr marL="0" lvl="0" indent="0" algn="l" rtl="0">
              <a:lnSpc>
                <a:spcPct val="100000"/>
              </a:lnSpc>
              <a:spcBef>
                <a:spcPts val="0"/>
              </a:spcBef>
              <a:spcAft>
                <a:spcPts val="1200"/>
              </a:spcAft>
              <a:buNone/>
            </a:pPr>
            <a:r>
              <a:rPr lang="en-US" sz="1400" dirty="0"/>
              <a:t>Aims to provide learners with practical insights into how different compiler phases function.</a:t>
            </a:r>
            <a:endParaRPr lang="en-GB" sz="1400" dirty="0"/>
          </a:p>
        </p:txBody>
      </p:sp>
      <p:sp>
        <p:nvSpPr>
          <p:cNvPr id="109" name="Google Shape;109;p18">
            <a:extLst>
              <a:ext uri="{FF2B5EF4-FFF2-40B4-BE49-F238E27FC236}">
                <a16:creationId xmlns:a16="http://schemas.microsoft.com/office/drawing/2014/main" id="{6B0C1C9F-5A2E-9CA4-4A5D-035C5BCA0E7B}"/>
              </a:ext>
            </a:extLst>
          </p:cNvPr>
          <p:cNvSpPr txBox="1">
            <a:spLocks noGrp="1"/>
          </p:cNvSpPr>
          <p:nvPr>
            <p:ph type="subTitle" idx="5"/>
          </p:nvPr>
        </p:nvSpPr>
        <p:spPr>
          <a:xfrm>
            <a:off x="4082700" y="3298017"/>
            <a:ext cx="4809600" cy="44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Features:</a:t>
            </a:r>
          </a:p>
        </p:txBody>
      </p:sp>
      <p:sp>
        <p:nvSpPr>
          <p:cNvPr id="110" name="Google Shape;110;p18">
            <a:extLst>
              <a:ext uri="{FF2B5EF4-FFF2-40B4-BE49-F238E27FC236}">
                <a16:creationId xmlns:a16="http://schemas.microsoft.com/office/drawing/2014/main" id="{AB486DFA-E586-8458-411F-AB701794AE90}"/>
              </a:ext>
            </a:extLst>
          </p:cNvPr>
          <p:cNvSpPr txBox="1">
            <a:spLocks noGrp="1"/>
          </p:cNvSpPr>
          <p:nvPr>
            <p:ph type="body" idx="6"/>
          </p:nvPr>
        </p:nvSpPr>
        <p:spPr>
          <a:xfrm>
            <a:off x="4082700" y="3675643"/>
            <a:ext cx="4809600" cy="1108272"/>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GB" dirty="0"/>
              <a:t>Interactive exploration of compiler phases</a:t>
            </a:r>
          </a:p>
          <a:p>
            <a:pPr marL="0" lvl="0" indent="0" algn="l" rtl="0">
              <a:lnSpc>
                <a:spcPct val="100000"/>
              </a:lnSpc>
              <a:spcBef>
                <a:spcPts val="0"/>
              </a:spcBef>
              <a:spcAft>
                <a:spcPts val="1200"/>
              </a:spcAft>
              <a:buNone/>
            </a:pPr>
            <a:r>
              <a:rPr lang="en-US" sz="1400" dirty="0"/>
              <a:t>Users can simulate and observe each phase, encouraging active learning through hands-on experimentation.</a:t>
            </a:r>
            <a:endParaRPr lang="en-GB" sz="1400" dirty="0"/>
          </a:p>
        </p:txBody>
      </p:sp>
    </p:spTree>
    <p:extLst>
      <p:ext uri="{BB962C8B-B14F-4D97-AF65-F5344CB8AC3E}">
        <p14:creationId xmlns:p14="http://schemas.microsoft.com/office/powerpoint/2010/main" val="2848175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3531375" y="445025"/>
            <a:ext cx="5106900" cy="50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Overview of Compiler Phases</a:t>
            </a:r>
          </a:p>
        </p:txBody>
      </p:sp>
      <p:sp>
        <p:nvSpPr>
          <p:cNvPr id="116" name="Google Shape;116;p19"/>
          <p:cNvSpPr txBox="1">
            <a:spLocks noGrp="1"/>
          </p:cNvSpPr>
          <p:nvPr>
            <p:ph type="body" idx="1"/>
          </p:nvPr>
        </p:nvSpPr>
        <p:spPr>
          <a:xfrm>
            <a:off x="3531375" y="1556375"/>
            <a:ext cx="51069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simulator covers the following key phases of a compiler:</a:t>
            </a:r>
          </a:p>
          <a:p>
            <a:pPr marL="457200" lvl="0" indent="-342900" algn="l" rtl="0">
              <a:spcBef>
                <a:spcPts val="1200"/>
              </a:spcBef>
              <a:spcAft>
                <a:spcPts val="0"/>
              </a:spcAft>
              <a:buSzPts val="1800"/>
              <a:buChar char="●"/>
            </a:pPr>
            <a:r>
              <a:rPr lang="en-GB" b="1"/>
              <a:t>Lexical Analysis</a:t>
            </a:r>
            <a:endParaRPr b="1"/>
          </a:p>
          <a:p>
            <a:pPr marL="457200" lvl="0" indent="-342900" algn="l" rtl="0">
              <a:spcBef>
                <a:spcPts val="0"/>
              </a:spcBef>
              <a:spcAft>
                <a:spcPts val="0"/>
              </a:spcAft>
              <a:buSzPts val="1800"/>
              <a:buChar char="●"/>
            </a:pPr>
            <a:r>
              <a:rPr lang="en-GB" b="1"/>
              <a:t>Parsing</a:t>
            </a:r>
            <a:endParaRPr b="1"/>
          </a:p>
          <a:p>
            <a:pPr marL="457200" lvl="0" indent="-342900" algn="l" rtl="0">
              <a:spcBef>
                <a:spcPts val="0"/>
              </a:spcBef>
              <a:spcAft>
                <a:spcPts val="0"/>
              </a:spcAft>
              <a:buSzPts val="1800"/>
              <a:buChar char="●"/>
            </a:pPr>
            <a:r>
              <a:rPr lang="en-GB" b="1"/>
              <a:t>Semantic Analysis</a:t>
            </a:r>
            <a:endParaRPr b="1"/>
          </a:p>
          <a:p>
            <a:pPr marL="457200" lvl="0" indent="-342900" algn="l" rtl="0">
              <a:spcBef>
                <a:spcPts val="0"/>
              </a:spcBef>
              <a:spcAft>
                <a:spcPts val="0"/>
              </a:spcAft>
              <a:buSzPts val="1800"/>
              <a:buChar char="●"/>
            </a:pPr>
            <a:r>
              <a:rPr lang="en-GB" b="1"/>
              <a:t>Intermediate Code Generation</a:t>
            </a:r>
            <a:endParaRPr b="1"/>
          </a:p>
        </p:txBody>
      </p:sp>
      <p:pic>
        <p:nvPicPr>
          <p:cNvPr id="117" name="Google Shape;117;p19"/>
          <p:cNvPicPr preferRelativeResize="0">
            <a:picLocks noGrp="1"/>
          </p:cNvPicPr>
          <p:nvPr>
            <p:ph type="pic" idx="2"/>
          </p:nvPr>
        </p:nvPicPr>
        <p:blipFill>
          <a:blip r:embed="rId3"/>
          <a:stretch>
            <a:fillRect/>
          </a:stretch>
        </p:blipFill>
        <p:spPr>
          <a:xfrm>
            <a:off x="406840" y="1392210"/>
            <a:ext cx="2849316" cy="24661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Lexical Analysis Phase</a:t>
            </a:r>
          </a:p>
        </p:txBody>
      </p:sp>
      <p:sp>
        <p:nvSpPr>
          <p:cNvPr id="123" name="Google Shape;123;p20"/>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a:t>
            </a:r>
            <a:r>
              <a:rPr lang="en-GB" b="1"/>
              <a:t>Lexical Analysis</a:t>
            </a:r>
            <a:r>
              <a:rPr lang="en-GB"/>
              <a:t> phase is responsible for converting a sequence of characters into tokens. The simulator represents this phase by allowing users to visualize token generation from input code.</a:t>
            </a:r>
          </a:p>
          <a:p>
            <a:pPr marL="0" lvl="0" indent="0" algn="l" rtl="0">
              <a:spcBef>
                <a:spcPts val="1200"/>
              </a:spcBef>
              <a:spcAft>
                <a:spcPts val="1200"/>
              </a:spcAft>
              <a:buNone/>
            </a:pPr>
            <a:endParaRPr lang="en-GB"/>
          </a:p>
        </p:txBody>
      </p:sp>
      <p:pic>
        <p:nvPicPr>
          <p:cNvPr id="124" name="Google Shape;124;p20"/>
          <p:cNvPicPr preferRelativeResize="0">
            <a:picLocks noGrp="1"/>
          </p:cNvPicPr>
          <p:nvPr>
            <p:ph type="pic" idx="2"/>
          </p:nvPr>
        </p:nvPicPr>
        <p:blipFill rotWithShape="1">
          <a:blip r:embed="rId3"/>
          <a:srcRect t="12985" b="12978"/>
          <a:stretch>
            <a:fillRect/>
          </a:stretch>
        </p:blipFill>
        <p:spPr>
          <a:xfrm>
            <a:off x="5870827" y="571500"/>
            <a:ext cx="2701800" cy="40004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Parsing Phase</a:t>
            </a:r>
          </a:p>
        </p:txBody>
      </p:sp>
      <p:sp>
        <p:nvSpPr>
          <p:cNvPr id="130" name="Google Shape;130;p21"/>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a:t>
            </a:r>
            <a:r>
              <a:rPr lang="en-GB" b="1"/>
              <a:t>Parsing</a:t>
            </a:r>
            <a:r>
              <a:rPr lang="en-GB"/>
              <a:t> phase analyzes the token sequence to determine its grammatical structure. The simulator enables users to interact with this phase, showcasing how syntax trees are constructed from tokens.</a:t>
            </a:r>
          </a:p>
          <a:p>
            <a:pPr marL="0" lvl="0" indent="0" algn="l" rtl="0">
              <a:spcBef>
                <a:spcPts val="1200"/>
              </a:spcBef>
              <a:spcAft>
                <a:spcPts val="1200"/>
              </a:spcAft>
              <a:buNone/>
            </a:pPr>
            <a:endParaRPr lang="en-GB"/>
          </a:p>
        </p:txBody>
      </p:sp>
      <p:pic>
        <p:nvPicPr>
          <p:cNvPr id="131" name="Google Shape;131;p21"/>
          <p:cNvPicPr preferRelativeResize="0">
            <a:picLocks noGrp="1"/>
          </p:cNvPicPr>
          <p:nvPr>
            <p:ph type="pic" idx="2"/>
          </p:nvPr>
        </p:nvPicPr>
        <p:blipFill rotWithShape="1">
          <a:blip r:embed="rId3"/>
          <a:srcRect t="12985" b="12978"/>
          <a:stretch>
            <a:fillRect/>
          </a:stretch>
        </p:blipFill>
        <p:spPr>
          <a:xfrm>
            <a:off x="5870827" y="571500"/>
            <a:ext cx="2701800" cy="40004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Semantic Analysis Phase</a:t>
            </a:r>
          </a:p>
        </p:txBody>
      </p:sp>
      <p:sp>
        <p:nvSpPr>
          <p:cNvPr id="137" name="Google Shape;137;p22"/>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a:t>
            </a:r>
            <a:r>
              <a:rPr lang="en-GB" b="1"/>
              <a:t>Semantic Analysis</a:t>
            </a:r>
            <a:r>
              <a:rPr lang="en-GB"/>
              <a:t> phase checks for semantic errors and ensures that the program's meaning is correct. The simulator facilitates understanding by providing visual feedback on semantic checks performed during this phase.</a:t>
            </a:r>
          </a:p>
          <a:p>
            <a:pPr marL="0" lvl="0" indent="0" algn="l" rtl="0">
              <a:spcBef>
                <a:spcPts val="1200"/>
              </a:spcBef>
              <a:spcAft>
                <a:spcPts val="1200"/>
              </a:spcAft>
              <a:buNone/>
            </a:pPr>
            <a:endParaRPr lang="en-GB"/>
          </a:p>
        </p:txBody>
      </p:sp>
      <p:pic>
        <p:nvPicPr>
          <p:cNvPr id="138" name="Google Shape;138;p22"/>
          <p:cNvPicPr preferRelativeResize="0">
            <a:picLocks noGrp="1"/>
          </p:cNvPicPr>
          <p:nvPr>
            <p:ph type="pic" idx="2"/>
          </p:nvPr>
        </p:nvPicPr>
        <p:blipFill rotWithShape="1">
          <a:blip r:embed="rId3"/>
          <a:srcRect t="12985" b="12978"/>
          <a:stretch>
            <a:fillRect/>
          </a:stretch>
        </p:blipFill>
        <p:spPr>
          <a:xfrm>
            <a:off x="5870827" y="571500"/>
            <a:ext cx="2701800" cy="40004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Intermediate Code Generation Phase</a:t>
            </a:r>
          </a:p>
        </p:txBody>
      </p:sp>
      <p:sp>
        <p:nvSpPr>
          <p:cNvPr id="144" name="Google Shape;144;p23"/>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a:t>
            </a:r>
            <a:r>
              <a:rPr lang="en-GB" b="1"/>
              <a:t>Intermediate Code Generation</a:t>
            </a:r>
            <a:r>
              <a:rPr lang="en-GB"/>
              <a:t> phase translates the parsed and semantically checked code into an intermediate representation. The simulator showcases this process, illustrating how high-level constructs are transformed into lower-level code.</a:t>
            </a:r>
          </a:p>
          <a:p>
            <a:pPr marL="0" lvl="0" indent="0" algn="l" rtl="0">
              <a:spcBef>
                <a:spcPts val="1200"/>
              </a:spcBef>
              <a:spcAft>
                <a:spcPts val="1200"/>
              </a:spcAft>
              <a:buNone/>
            </a:pPr>
            <a:endParaRPr lang="en-GB"/>
          </a:p>
        </p:txBody>
      </p:sp>
      <p:pic>
        <p:nvPicPr>
          <p:cNvPr id="145" name="Google Shape;145;p23"/>
          <p:cNvPicPr preferRelativeResize="0">
            <a:picLocks noGrp="1"/>
          </p:cNvPicPr>
          <p:nvPr>
            <p:ph type="pic" idx="2"/>
          </p:nvPr>
        </p:nvPicPr>
        <p:blipFill rotWithShape="1">
          <a:blip r:embed="rId3"/>
          <a:srcRect t="12985" b="12978"/>
          <a:stretch>
            <a:fillRect/>
          </a:stretch>
        </p:blipFill>
        <p:spPr>
          <a:xfrm>
            <a:off x="5870827" y="571500"/>
            <a:ext cx="2701800" cy="40004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566250" y="445025"/>
            <a:ext cx="4093500" cy="39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Features of the Simulator</a:t>
            </a:r>
          </a:p>
        </p:txBody>
      </p:sp>
      <p:sp>
        <p:nvSpPr>
          <p:cNvPr id="151" name="Google Shape;151;p24"/>
          <p:cNvSpPr txBox="1">
            <a:spLocks noGrp="1"/>
          </p:cNvSpPr>
          <p:nvPr>
            <p:ph type="body" idx="1"/>
          </p:nvPr>
        </p:nvSpPr>
        <p:spPr>
          <a:xfrm>
            <a:off x="566250" y="1305692"/>
            <a:ext cx="4093500" cy="3513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dirty="0"/>
              <a:t>Unique Features:</a:t>
            </a:r>
          </a:p>
          <a:p>
            <a:pPr marL="457200" lvl="0" indent="-342900" algn="l" rtl="0">
              <a:spcBef>
                <a:spcPts val="1200"/>
              </a:spcBef>
              <a:spcAft>
                <a:spcPts val="0"/>
              </a:spcAft>
              <a:buSzPts val="1800"/>
              <a:buChar char="●"/>
            </a:pPr>
            <a:r>
              <a:rPr lang="en-GB" b="1" dirty="0"/>
              <a:t>Modularity</a:t>
            </a:r>
            <a:r>
              <a:rPr lang="en-GB" dirty="0"/>
              <a:t>: Each phase is developed independently, allowing for focused learning.</a:t>
            </a:r>
          </a:p>
          <a:p>
            <a:pPr marL="457200" lvl="0" indent="-342900" algn="l" rtl="0">
              <a:spcBef>
                <a:spcPts val="0"/>
              </a:spcBef>
              <a:spcAft>
                <a:spcPts val="0"/>
              </a:spcAft>
              <a:buSzPts val="1800"/>
              <a:buChar char="●"/>
            </a:pPr>
            <a:r>
              <a:rPr lang="en-GB" b="1" dirty="0"/>
              <a:t>CLI-based Interaction</a:t>
            </a:r>
            <a:r>
              <a:rPr lang="en-GB" dirty="0"/>
              <a:t>: Users can interact with the simulator through a command-line interface.</a:t>
            </a:r>
          </a:p>
          <a:p>
            <a:pPr marL="457200" lvl="0" indent="-342900" algn="l" rtl="0">
              <a:spcBef>
                <a:spcPts val="0"/>
              </a:spcBef>
              <a:spcAft>
                <a:spcPts val="0"/>
              </a:spcAft>
              <a:buSzPts val="1800"/>
              <a:buChar char="●"/>
            </a:pPr>
            <a:r>
              <a:rPr lang="en-GB" b="1" dirty="0"/>
              <a:t>Visual Output</a:t>
            </a:r>
            <a:r>
              <a:rPr lang="en-GB" dirty="0"/>
              <a:t>: Each phase provides visual representations to enhance understanding.</a:t>
            </a:r>
          </a:p>
        </p:txBody>
      </p:sp>
      <p:pic>
        <p:nvPicPr>
          <p:cNvPr id="152" name="Google Shape;152;p24"/>
          <p:cNvPicPr preferRelativeResize="0">
            <a:picLocks noGrp="1"/>
          </p:cNvPicPr>
          <p:nvPr>
            <p:ph type="pic" idx="2"/>
          </p:nvPr>
        </p:nvPicPr>
        <p:blipFill rotWithShape="1">
          <a:blip r:embed="rId3"/>
          <a:srcRect t="13997" b="13997"/>
          <a:stretch>
            <a:fillRect/>
          </a:stretch>
        </p:blipFill>
        <p:spPr>
          <a:xfrm>
            <a:off x="5794650" y="571500"/>
            <a:ext cx="2778001" cy="40004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566250" y="445025"/>
            <a:ext cx="4093500" cy="39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Educational Benefits</a:t>
            </a:r>
          </a:p>
        </p:txBody>
      </p:sp>
      <p:sp>
        <p:nvSpPr>
          <p:cNvPr id="158" name="Google Shape;158;p25"/>
          <p:cNvSpPr txBox="1">
            <a:spLocks noGrp="1"/>
          </p:cNvSpPr>
          <p:nvPr>
            <p:ph type="body" idx="1"/>
          </p:nvPr>
        </p:nvSpPr>
        <p:spPr>
          <a:xfrm>
            <a:off x="566250" y="1149575"/>
            <a:ext cx="4093500" cy="351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simulator offers several educational benefits:</a:t>
            </a:r>
          </a:p>
          <a:p>
            <a:pPr marL="457200" lvl="0" indent="-342900" algn="l" rtl="0">
              <a:spcBef>
                <a:spcPts val="1200"/>
              </a:spcBef>
              <a:spcAft>
                <a:spcPts val="0"/>
              </a:spcAft>
              <a:buSzPts val="1800"/>
              <a:buChar char="●"/>
            </a:pPr>
            <a:r>
              <a:rPr lang="en-GB" b="1"/>
              <a:t>Incremental Testing</a:t>
            </a:r>
            <a:r>
              <a:rPr lang="en-GB"/>
              <a:t>: Students can test their understanding phase by phase.</a:t>
            </a:r>
          </a:p>
          <a:p>
            <a:pPr marL="457200" lvl="0" indent="-342900" algn="l" rtl="0">
              <a:spcBef>
                <a:spcPts val="0"/>
              </a:spcBef>
              <a:spcAft>
                <a:spcPts val="0"/>
              </a:spcAft>
              <a:buSzPts val="1800"/>
              <a:buChar char="●"/>
            </a:pPr>
            <a:r>
              <a:rPr lang="en-GB" b="1"/>
              <a:t>Bridging Theory with Practice</a:t>
            </a:r>
            <a:r>
              <a:rPr lang="en-GB"/>
              <a:t>: It helps connect theoretical concepts with practical application in compiler construction.</a:t>
            </a:r>
          </a:p>
        </p:txBody>
      </p:sp>
      <p:pic>
        <p:nvPicPr>
          <p:cNvPr id="159" name="Google Shape;159;p25"/>
          <p:cNvPicPr preferRelativeResize="0">
            <a:picLocks noGrp="1"/>
          </p:cNvPicPr>
          <p:nvPr>
            <p:ph type="pic" idx="2"/>
          </p:nvPr>
        </p:nvPicPr>
        <p:blipFill>
          <a:blip r:embed="rId3"/>
          <a:stretch>
            <a:fillRect/>
          </a:stretch>
        </p:blipFill>
        <p:spPr>
          <a:xfrm>
            <a:off x="5794650" y="1321285"/>
            <a:ext cx="2778001" cy="25009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566250" y="445025"/>
            <a:ext cx="4093500" cy="50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and Future Work</a:t>
            </a:r>
          </a:p>
        </p:txBody>
      </p:sp>
      <p:sp>
        <p:nvSpPr>
          <p:cNvPr id="165" name="Google Shape;165;p26"/>
          <p:cNvSpPr txBox="1">
            <a:spLocks noGrp="1"/>
          </p:cNvSpPr>
          <p:nvPr>
            <p:ph type="body" idx="1"/>
          </p:nvPr>
        </p:nvSpPr>
        <p:spPr>
          <a:xfrm>
            <a:off x="566250" y="1382725"/>
            <a:ext cx="3986700" cy="3280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In summary, the Compiler Phase Simulator significantly impacts compiler design education by providing an interactive learning tool. Future enhancements may include additional features and support for more complex language constructs, further enriching the educational experience.</a:t>
            </a:r>
          </a:p>
          <a:p>
            <a:pPr marL="0" lvl="0" indent="0" algn="l" rtl="0">
              <a:spcBef>
                <a:spcPts val="1200"/>
              </a:spcBef>
              <a:spcAft>
                <a:spcPts val="1200"/>
              </a:spcAft>
              <a:buNone/>
            </a:pPr>
            <a:endParaRPr lang="en-GB"/>
          </a:p>
        </p:txBody>
      </p:sp>
      <p:pic>
        <p:nvPicPr>
          <p:cNvPr id="166" name="Google Shape;166;p26"/>
          <p:cNvPicPr preferRelativeResize="0">
            <a:picLocks noGrp="1"/>
          </p:cNvPicPr>
          <p:nvPr>
            <p:ph type="pic" idx="2"/>
          </p:nvPr>
        </p:nvPicPr>
        <p:blipFill rotWithShape="1">
          <a:blip r:embed="rId3"/>
          <a:srcRect t="12985" b="12978"/>
          <a:stretch>
            <a:fillRect/>
          </a:stretch>
        </p:blipFill>
        <p:spPr>
          <a:xfrm>
            <a:off x="5870827" y="571500"/>
            <a:ext cx="2701800" cy="4000499"/>
          </a:xfrm>
          <a:prstGeom prst="rect">
            <a:avLst/>
          </a:prstGeom>
        </p:spPr>
      </p:pic>
    </p:spTree>
  </p:cSld>
  <p:clrMapOvr>
    <a:masterClrMapping/>
  </p:clrMapOvr>
</p:sld>
</file>

<file path=ppt/theme/theme1.xml><?xml version="1.0" encoding="utf-8"?>
<a:theme xmlns:a="http://schemas.openxmlformats.org/drawingml/2006/main"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TotalTime>
  <Words>453</Words>
  <Application>Microsoft Office PowerPoint</Application>
  <PresentationFormat>On-screen Show (16:9)</PresentationFormat>
  <Paragraphs>50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Lato</vt:lpstr>
      <vt:lpstr>Playfair Display</vt:lpstr>
      <vt:lpstr>Arial</vt:lpstr>
      <vt:lpstr>DM Sans SemiBold</vt:lpstr>
      <vt:lpstr>Coral</vt:lpstr>
      <vt:lpstr>EDUCOMPILER</vt:lpstr>
      <vt:lpstr>Introduction to the Compiler Phase Simulator</vt:lpstr>
      <vt:lpstr>Roles  and Responsibilities</vt:lpstr>
      <vt:lpstr>Overview of Compiler Phases</vt:lpstr>
      <vt:lpstr>Lexical Analysis Phase</vt:lpstr>
      <vt:lpstr>Parsing Phase</vt:lpstr>
      <vt:lpstr>Semantic Analysis Phase</vt:lpstr>
      <vt:lpstr>Intermediate Code Generation Phase</vt:lpstr>
      <vt:lpstr>Features of the Simulator</vt:lpstr>
      <vt:lpstr>Educational Benefits</vt:lpstr>
      <vt:lpstr>Conclusion and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SHAURYA TOMAR</cp:lastModifiedBy>
  <cp:revision>3</cp:revision>
  <dcterms:created xsi:type="dcterms:W3CDTF">2025-04-19T07:28:54Z</dcterms:created>
  <dcterms:modified xsi:type="dcterms:W3CDTF">2025-04-20T06:51:46Z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D9E92C5C2A6C4A80BC0295CD2C6D0411_13</vt:lpwstr>
  </property>
  <property fmtid="{D5CDD505-2E9C-101B-9397-08002B2CF9AE}" pid="3" name="KSOProductBuildVer">
    <vt:lpwstr>1033-12.2.0.20795</vt:lpwstr>
  </property>
</Properties>
</file>